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13.fntdata" ContentType="application/x-fontdata"/>
  <Override PartName="/ppt/fonts/font14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30.svg" ContentType="image/svg+xml"/>
  <Override PartName="/ppt/media/image39.svg" ContentType="image/svg+xml"/>
  <Override PartName="/ppt/media/image41.svg" ContentType="image/svg+xml"/>
  <Override PartName="/ppt/media/image43.svg" ContentType="image/svg+xml"/>
  <Override PartName="/ppt/media/image45.svg" ContentType="image/svg+xml"/>
  <Override PartName="/ppt/media/image4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9" r:id="rId13"/>
    <p:sldId id="278" r:id="rId14"/>
    <p:sldId id="267" r:id="rId15"/>
    <p:sldId id="279" r:id="rId16"/>
    <p:sldId id="265" r:id="rId17"/>
    <p:sldId id="273" r:id="rId18"/>
    <p:sldId id="280" r:id="rId19"/>
    <p:sldId id="275" r:id="rId20"/>
    <p:sldId id="276" r:id="rId21"/>
    <p:sldId id="277" r:id="rId22"/>
  </p:sldIdLst>
  <p:sldSz cx="18288000" cy="10287000"/>
  <p:notesSz cx="6858000" cy="9144000"/>
  <p:embeddedFontLst>
    <p:embeddedFont>
      <p:font typeface="Arimo" panose="020B0604020202020204"/>
      <p:regular r:id="rId26"/>
    </p:embeddedFont>
    <p:embeddedFont>
      <p:font typeface="Arimo Bold" panose="020B0704020202020204"/>
      <p:bold r:id="rId27"/>
    </p:embeddedFont>
    <p:embeddedFont>
      <p:font typeface="Noto Sans" panose="020B0502040504020204"/>
      <p:regular r:id="rId28"/>
      <p:bold r:id="rId29"/>
      <p:italic r:id="rId30"/>
      <p:boldItalic r:id="rId31"/>
    </p:embeddedFont>
    <p:embeddedFont>
      <p:font typeface="Noto Sans Bold" panose="020B0802040504020204"/>
      <p:bold r:id="rId32"/>
    </p:embeddedFont>
    <p:embeddedFont>
      <p:font typeface="Noto Sans SC" panose="020B0200000000000000" pitchFamily="34" charset="-122"/>
      <p:regular r:id="rId33"/>
    </p:embeddedFont>
    <p:embeddedFont>
      <p:font typeface="Noto Sans SC" panose="020B0200000000000000" pitchFamily="34" charset="-120"/>
      <p:regular r:id="rId34"/>
    </p:embeddedFont>
    <p:embeddedFont>
      <p:font typeface="微软雅黑" panose="020B0503020204020204" charset="-122"/>
      <p:regular r:id="rId35"/>
    </p:embeddedFont>
    <p:embeddedFont>
      <p:font typeface="Calibri" panose="020F0502020204030204" charset="0"/>
      <p:regular r:id="rId36"/>
      <p:bold r:id="rId37"/>
      <p:italic r:id="rId38"/>
      <p:boldItalic r:id="rId39"/>
    </p:embeddedFont>
  </p:embeddedFontLst>
  <p:custDataLst>
    <p:tags r:id="rId40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90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 showGuides="1">
      <p:cViewPr>
        <p:scale>
          <a:sx n="50" d="100"/>
          <a:sy n="50" d="100"/>
        </p:scale>
        <p:origin x="2242" y="936"/>
      </p:cViewPr>
      <p:guideLst>
        <p:guide orient="horz" pos="2160"/>
        <p:guide pos="290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0" Type="http://schemas.openxmlformats.org/officeDocument/2006/relationships/tags" Target="tags/tag44.xml"/><Relationship Id="rId4" Type="http://schemas.openxmlformats.org/officeDocument/2006/relationships/notesMaster" Target="notesMasters/notesMaster1.xml"/><Relationship Id="rId39" Type="http://schemas.openxmlformats.org/officeDocument/2006/relationships/font" Target="fonts/font14.fntdata"/><Relationship Id="rId38" Type="http://schemas.openxmlformats.org/officeDocument/2006/relationships/font" Target="fonts/font13.fntdata"/><Relationship Id="rId37" Type="http://schemas.openxmlformats.org/officeDocument/2006/relationships/font" Target="fonts/font12.fntdata"/><Relationship Id="rId36" Type="http://schemas.openxmlformats.org/officeDocument/2006/relationships/font" Target="fonts/font11.fntdata"/><Relationship Id="rId35" Type="http://schemas.openxmlformats.org/officeDocument/2006/relationships/font" Target="fonts/font10.fntdata"/><Relationship Id="rId34" Type="http://schemas.openxmlformats.org/officeDocument/2006/relationships/font" Target="fonts/font9.fntdata"/><Relationship Id="rId33" Type="http://schemas.openxmlformats.org/officeDocument/2006/relationships/font" Target="fonts/font8.fntdata"/><Relationship Id="rId32" Type="http://schemas.openxmlformats.org/officeDocument/2006/relationships/font" Target="fonts/font7.fntdata"/><Relationship Id="rId31" Type="http://schemas.openxmlformats.org/officeDocument/2006/relationships/font" Target="fonts/font6.fntdata"/><Relationship Id="rId30" Type="http://schemas.openxmlformats.org/officeDocument/2006/relationships/font" Target="fonts/font5.fntdata"/><Relationship Id="rId3" Type="http://schemas.openxmlformats.org/officeDocument/2006/relationships/slide" Target="slides/slide1.xml"/><Relationship Id="rId29" Type="http://schemas.openxmlformats.org/officeDocument/2006/relationships/font" Target="fonts/font4.fntdata"/><Relationship Id="rId28" Type="http://schemas.openxmlformats.org/officeDocument/2006/relationships/font" Target="fonts/font3.fntdata"/><Relationship Id="rId27" Type="http://schemas.openxmlformats.org/officeDocument/2006/relationships/font" Target="fonts/font2.fntdata"/><Relationship Id="rId26" Type="http://schemas.openxmlformats.org/officeDocument/2006/relationships/font" Target="fonts/font1.fntdata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dirty="0"/>
              <a:t>8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16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19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22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21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22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23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5.xml"/><Relationship Id="rId8" Type="http://schemas.openxmlformats.org/officeDocument/2006/relationships/tags" Target="../tags/tag4.xml"/><Relationship Id="rId7" Type="http://schemas.openxmlformats.org/officeDocument/2006/relationships/tags" Target="../tags/tag3.xml"/><Relationship Id="rId6" Type="http://schemas.openxmlformats.org/officeDocument/2006/relationships/tags" Target="../tags/tag2.xml"/><Relationship Id="rId5" Type="http://schemas.openxmlformats.org/officeDocument/2006/relationships/tags" Target="../tags/tag1.xml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9" Type="http://schemas.openxmlformats.org/officeDocument/2006/relationships/notesSlide" Target="../notesSlides/notesSlide2.xml"/><Relationship Id="rId18" Type="http://schemas.openxmlformats.org/officeDocument/2006/relationships/slideLayout" Target="../slideLayouts/slideLayout7.xml"/><Relationship Id="rId17" Type="http://schemas.openxmlformats.org/officeDocument/2006/relationships/tags" Target="../tags/tag13.xml"/><Relationship Id="rId16" Type="http://schemas.openxmlformats.org/officeDocument/2006/relationships/tags" Target="../tags/tag12.xml"/><Relationship Id="rId15" Type="http://schemas.openxmlformats.org/officeDocument/2006/relationships/tags" Target="../tags/tag11.xml"/><Relationship Id="rId14" Type="http://schemas.openxmlformats.org/officeDocument/2006/relationships/tags" Target="../tags/tag10.xml"/><Relationship Id="rId13" Type="http://schemas.openxmlformats.org/officeDocument/2006/relationships/tags" Target="../tags/tag9.xml"/><Relationship Id="rId12" Type="http://schemas.openxmlformats.org/officeDocument/2006/relationships/tags" Target="../tags/tag8.xml"/><Relationship Id="rId11" Type="http://schemas.openxmlformats.org/officeDocument/2006/relationships/tags" Target="../tags/tag7.xml"/><Relationship Id="rId10" Type="http://schemas.openxmlformats.org/officeDocument/2006/relationships/tags" Target="../tags/tag6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.x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8.svg"/><Relationship Id="rId8" Type="http://schemas.openxmlformats.org/officeDocument/2006/relationships/image" Target="../media/image17.png"/><Relationship Id="rId7" Type="http://schemas.openxmlformats.org/officeDocument/2006/relationships/image" Target="../media/image16.svg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1" Type="http://schemas.openxmlformats.org/officeDocument/2006/relationships/notesSlide" Target="../notesSlides/notesSlide4.xml"/><Relationship Id="rId10" Type="http://schemas.openxmlformats.org/officeDocument/2006/relationships/slideLayout" Target="../slideLayouts/slideLayout7.xml"/><Relationship Id="rId1" Type="http://schemas.openxmlformats.org/officeDocument/2006/relationships/image" Target="../media/image10.jpeg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5.x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6.x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22.svg"/><Relationship Id="rId4" Type="http://schemas.openxmlformats.org/officeDocument/2006/relationships/image" Target="../media/image21.png"/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image" Target="../media/image10.jpeg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7.x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19.xml"/><Relationship Id="rId8" Type="http://schemas.openxmlformats.org/officeDocument/2006/relationships/tags" Target="../tags/tag18.xml"/><Relationship Id="rId7" Type="http://schemas.openxmlformats.org/officeDocument/2006/relationships/tags" Target="../tags/tag17.xml"/><Relationship Id="rId6" Type="http://schemas.openxmlformats.org/officeDocument/2006/relationships/tags" Target="../tags/tag16.xml"/><Relationship Id="rId5" Type="http://schemas.openxmlformats.org/officeDocument/2006/relationships/tags" Target="../tags/tag15.xml"/><Relationship Id="rId4" Type="http://schemas.openxmlformats.org/officeDocument/2006/relationships/tags" Target="../tags/tag14.xml"/><Relationship Id="rId31" Type="http://schemas.openxmlformats.org/officeDocument/2006/relationships/notesSlide" Target="../notesSlides/notesSlide8.xml"/><Relationship Id="rId30" Type="http://schemas.openxmlformats.org/officeDocument/2006/relationships/slideLayout" Target="../slideLayouts/slideLayout7.xml"/><Relationship Id="rId3" Type="http://schemas.openxmlformats.org/officeDocument/2006/relationships/image" Target="../media/image24.svg"/><Relationship Id="rId29" Type="http://schemas.openxmlformats.org/officeDocument/2006/relationships/image" Target="../media/image26.svg"/><Relationship Id="rId28" Type="http://schemas.openxmlformats.org/officeDocument/2006/relationships/image" Target="../media/image25.png"/><Relationship Id="rId27" Type="http://schemas.openxmlformats.org/officeDocument/2006/relationships/tags" Target="../tags/tag37.xml"/><Relationship Id="rId26" Type="http://schemas.openxmlformats.org/officeDocument/2006/relationships/tags" Target="../tags/tag36.xml"/><Relationship Id="rId25" Type="http://schemas.openxmlformats.org/officeDocument/2006/relationships/tags" Target="../tags/tag35.xml"/><Relationship Id="rId24" Type="http://schemas.openxmlformats.org/officeDocument/2006/relationships/tags" Target="../tags/tag34.xml"/><Relationship Id="rId23" Type="http://schemas.openxmlformats.org/officeDocument/2006/relationships/tags" Target="../tags/tag33.xml"/><Relationship Id="rId22" Type="http://schemas.openxmlformats.org/officeDocument/2006/relationships/tags" Target="../tags/tag32.xml"/><Relationship Id="rId21" Type="http://schemas.openxmlformats.org/officeDocument/2006/relationships/tags" Target="../tags/tag31.xml"/><Relationship Id="rId20" Type="http://schemas.openxmlformats.org/officeDocument/2006/relationships/tags" Target="../tags/tag30.xml"/><Relationship Id="rId2" Type="http://schemas.openxmlformats.org/officeDocument/2006/relationships/image" Target="../media/image23.png"/><Relationship Id="rId19" Type="http://schemas.openxmlformats.org/officeDocument/2006/relationships/tags" Target="../tags/tag29.xml"/><Relationship Id="rId18" Type="http://schemas.openxmlformats.org/officeDocument/2006/relationships/tags" Target="../tags/tag28.xml"/><Relationship Id="rId17" Type="http://schemas.openxmlformats.org/officeDocument/2006/relationships/tags" Target="../tags/tag27.xml"/><Relationship Id="rId16" Type="http://schemas.openxmlformats.org/officeDocument/2006/relationships/tags" Target="../tags/tag26.xml"/><Relationship Id="rId15" Type="http://schemas.openxmlformats.org/officeDocument/2006/relationships/tags" Target="../tags/tag25.xml"/><Relationship Id="rId14" Type="http://schemas.openxmlformats.org/officeDocument/2006/relationships/tags" Target="../tags/tag24.xml"/><Relationship Id="rId13" Type="http://schemas.openxmlformats.org/officeDocument/2006/relationships/tags" Target="../tags/tag23.xml"/><Relationship Id="rId12" Type="http://schemas.openxmlformats.org/officeDocument/2006/relationships/tags" Target="../tags/tag22.xml"/><Relationship Id="rId11" Type="http://schemas.openxmlformats.org/officeDocument/2006/relationships/tags" Target="../tags/tag21.xml"/><Relationship Id="rId10" Type="http://schemas.openxmlformats.org/officeDocument/2006/relationships/tags" Target="../tags/tag20.xml"/><Relationship Id="rId1" Type="http://schemas.openxmlformats.org/officeDocument/2006/relationships/image" Target="../media/image10.jpe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image" Target="../media/image10.jpe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0.svg"/><Relationship Id="rId2" Type="http://schemas.openxmlformats.org/officeDocument/2006/relationships/image" Target="../media/image29.png"/><Relationship Id="rId1" Type="http://schemas.openxmlformats.org/officeDocument/2006/relationships/image" Target="../media/image10.jpe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image" Target="../media/image10.jpeg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2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33.png"/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image" Target="../media/image10.jpe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image" Target="../media/image10.jpeg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image" Target="../media/image10.jpeg"/></Relationships>
</file>

<file path=ppt/slides/_rels/slide1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5.x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image" Target="../media/image2.jpeg"/></Relationships>
</file>

<file path=ppt/slides/_rels/slide1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6.x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41.svg"/><Relationship Id="rId4" Type="http://schemas.openxmlformats.org/officeDocument/2006/relationships/image" Target="../media/image40.png"/><Relationship Id="rId3" Type="http://schemas.openxmlformats.org/officeDocument/2006/relationships/image" Target="../media/image39.svg"/><Relationship Id="rId2" Type="http://schemas.openxmlformats.org/officeDocument/2006/relationships/image" Target="../media/image38.png"/><Relationship Id="rId1" Type="http://schemas.openxmlformats.org/officeDocument/2006/relationships/image" Target="../media/image10.jpeg"/></Relationships>
</file>

<file path=ppt/slides/_rels/slide1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7.x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2.jpeg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tags" Target="../tags/tag43.xml"/><Relationship Id="rId8" Type="http://schemas.openxmlformats.org/officeDocument/2006/relationships/image" Target="../media/image43.svg"/><Relationship Id="rId7" Type="http://schemas.openxmlformats.org/officeDocument/2006/relationships/image" Target="../media/image42.png"/><Relationship Id="rId6" Type="http://schemas.openxmlformats.org/officeDocument/2006/relationships/tags" Target="../tags/tag42.xml"/><Relationship Id="rId5" Type="http://schemas.openxmlformats.org/officeDocument/2006/relationships/tags" Target="../tags/tag41.xml"/><Relationship Id="rId4" Type="http://schemas.openxmlformats.org/officeDocument/2006/relationships/tags" Target="../tags/tag40.xml"/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5" Type="http://schemas.openxmlformats.org/officeDocument/2006/relationships/notesSlide" Target="../notesSlides/notesSlide18.xml"/><Relationship Id="rId14" Type="http://schemas.openxmlformats.org/officeDocument/2006/relationships/slideLayout" Target="../slideLayouts/slideLayout7.xml"/><Relationship Id="rId13" Type="http://schemas.openxmlformats.org/officeDocument/2006/relationships/image" Target="../media/image47.svg"/><Relationship Id="rId12" Type="http://schemas.openxmlformats.org/officeDocument/2006/relationships/image" Target="../media/image46.png"/><Relationship Id="rId11" Type="http://schemas.openxmlformats.org/officeDocument/2006/relationships/image" Target="../media/image45.svg"/><Relationship Id="rId10" Type="http://schemas.openxmlformats.org/officeDocument/2006/relationships/image" Target="../media/image44.png"/><Relationship Id="rId1" Type="http://schemas.openxmlformats.org/officeDocument/2006/relationships/image" Target="../media/image10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2857500" y="0"/>
            <a:ext cx="15430500" cy="10287000"/>
            <a:chOff x="0" y="0"/>
            <a:chExt cx="20574000" cy="13716000"/>
          </a:xfrm>
        </p:grpSpPr>
        <p:sp>
          <p:nvSpPr>
            <p:cNvPr id="3" name="Freeform 3" descr="https://kimi-img.moonshot.cn/pub/slides/slides_tmpl/image/25-09-04-11:33:09-d2sggte1bb2p4onbon70.jpg"/>
            <p:cNvSpPr/>
            <p:nvPr/>
          </p:nvSpPr>
          <p:spPr>
            <a:xfrm>
              <a:off x="0" y="0"/>
              <a:ext cx="20574000" cy="13716000"/>
            </a:xfrm>
            <a:custGeom>
              <a:avLst/>
              <a:gdLst/>
              <a:ahLst/>
              <a:cxnLst/>
              <a:rect l="l" t="t" r="r" b="b"/>
              <a:pathLst>
                <a:path w="20574000" h="13716000">
                  <a:moveTo>
                    <a:pt x="0" y="0"/>
                  </a:moveTo>
                  <a:lnTo>
                    <a:pt x="20574000" y="0"/>
                  </a:lnTo>
                  <a:lnTo>
                    <a:pt x="2057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-108584" y="0"/>
            <a:ext cx="20305395" cy="10587990"/>
            <a:chOff x="0" y="0"/>
            <a:chExt cx="27073860" cy="1411732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7073861" cy="14117320"/>
            </a:xfrm>
            <a:custGeom>
              <a:avLst/>
              <a:gdLst/>
              <a:ahLst/>
              <a:cxnLst/>
              <a:rect l="l" t="t" r="r" b="b"/>
              <a:pathLst>
                <a:path w="27073861" h="14117320">
                  <a:moveTo>
                    <a:pt x="0" y="0"/>
                  </a:moveTo>
                  <a:lnTo>
                    <a:pt x="27073861" y="0"/>
                  </a:lnTo>
                  <a:lnTo>
                    <a:pt x="27073861" y="14117320"/>
                  </a:lnTo>
                  <a:lnTo>
                    <a:pt x="0" y="14117320"/>
                  </a:lnTo>
                  <a:close/>
                </a:path>
              </a:pathLst>
            </a:custGeom>
            <a:gradFill rotWithShape="1">
              <a:gsLst>
                <a:gs pos="0">
                  <a:srgbClr val="EAEEF4">
                    <a:alpha val="100000"/>
                  </a:srgbClr>
                </a:gs>
                <a:gs pos="14000">
                  <a:srgbClr val="EFF3F7">
                    <a:alpha val="100000"/>
                  </a:srgbClr>
                </a:gs>
                <a:gs pos="68000">
                  <a:srgbClr val="F3F7FA">
                    <a:alpha val="0"/>
                  </a:srgbClr>
                </a:gs>
                <a:gs pos="100000">
                  <a:srgbClr val="F3F7FA">
                    <a:alpha val="0"/>
                  </a:srgbClr>
                </a:gs>
              </a:gsLst>
              <a:lin ang="0"/>
            </a:gradFill>
          </p:spPr>
        </p:sp>
      </p:grpSp>
      <p:sp>
        <p:nvSpPr>
          <p:cNvPr id="6" name="TextBox 6"/>
          <p:cNvSpPr txBox="1"/>
          <p:nvPr/>
        </p:nvSpPr>
        <p:spPr>
          <a:xfrm>
            <a:off x="1072361" y="6822549"/>
            <a:ext cx="5174611" cy="9890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0"/>
              </a:lnSpc>
            </a:pPr>
            <a:r>
              <a:rPr lang="en-US" sz="2400">
                <a:solidFill>
                  <a:srgbClr val="000000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团队成员：陈梓萌，唐晓瑄，胡逸菲</a:t>
            </a:r>
            <a:endParaRPr lang="en-US" sz="2400">
              <a:solidFill>
                <a:srgbClr val="000000"/>
              </a:solidFill>
              <a:latin typeface="Arimo" panose="020B0604020202020204"/>
              <a:ea typeface="Arimo" panose="020B0604020202020204"/>
              <a:cs typeface="Arimo" panose="020B0604020202020204"/>
              <a:sym typeface="Arimo" panose="020B0604020202020204"/>
            </a:endParaRPr>
          </a:p>
          <a:p>
            <a:pPr algn="l">
              <a:lnSpc>
                <a:spcPts val="2590"/>
              </a:lnSpc>
            </a:pPr>
            <a:r>
              <a:rPr lang="en-US" sz="2400">
                <a:solidFill>
                  <a:srgbClr val="000000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汇报人：陈梓萌</a:t>
            </a:r>
            <a:endParaRPr lang="en-US" sz="2400">
              <a:solidFill>
                <a:srgbClr val="000000"/>
              </a:solidFill>
              <a:latin typeface="Arimo" panose="020B0604020202020204"/>
              <a:ea typeface="Arimo" panose="020B0604020202020204"/>
              <a:cs typeface="Arimo" panose="020B0604020202020204"/>
              <a:sym typeface="Arimo" panose="020B0604020202020204"/>
            </a:endParaRPr>
          </a:p>
          <a:p>
            <a:pPr algn="l">
              <a:lnSpc>
                <a:spcPts val="2590"/>
              </a:lnSpc>
            </a:pPr>
            <a:endParaRPr lang="en-US" sz="2400">
              <a:solidFill>
                <a:srgbClr val="000000"/>
              </a:solidFill>
              <a:latin typeface="Arimo" panose="020B0604020202020204"/>
              <a:ea typeface="Arimo" panose="020B0604020202020204"/>
              <a:cs typeface="Arimo" panose="020B0604020202020204"/>
              <a:sym typeface="Arimo" panose="020B0604020202020204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0908982" y="9240202"/>
            <a:ext cx="6490335" cy="439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590"/>
              </a:lnSpc>
            </a:pPr>
            <a:r>
              <a:rPr lang="en-US" sz="2400">
                <a:solidFill>
                  <a:srgbClr val="000000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汇报日期：2025/11/07</a:t>
            </a:r>
            <a:endParaRPr lang="en-US" sz="2400">
              <a:solidFill>
                <a:srgbClr val="000000"/>
              </a:solidFill>
              <a:latin typeface="Arimo" panose="020B0604020202020204"/>
              <a:ea typeface="Arimo" panose="020B0604020202020204"/>
              <a:cs typeface="Arimo" panose="020B0604020202020204"/>
              <a:sym typeface="Arimo" panose="020B0604020202020204"/>
            </a:endParaRPr>
          </a:p>
        </p:txBody>
      </p:sp>
      <p:grpSp>
        <p:nvGrpSpPr>
          <p:cNvPr id="8" name="Group 8"/>
          <p:cNvGrpSpPr/>
          <p:nvPr/>
        </p:nvGrpSpPr>
        <p:grpSpPr>
          <a:xfrm>
            <a:off x="7642267" y="9432650"/>
            <a:ext cx="3109913" cy="14288"/>
            <a:chOff x="0" y="0"/>
            <a:chExt cx="4146550" cy="19050"/>
          </a:xfrm>
        </p:grpSpPr>
        <p:sp>
          <p:nvSpPr>
            <p:cNvPr id="9" name="Freeform 9"/>
            <p:cNvSpPr/>
            <p:nvPr/>
          </p:nvSpPr>
          <p:spPr>
            <a:xfrm>
              <a:off x="9525" y="0"/>
              <a:ext cx="4127500" cy="19050"/>
            </a:xfrm>
            <a:custGeom>
              <a:avLst/>
              <a:gdLst/>
              <a:ahLst/>
              <a:cxnLst/>
              <a:rect l="l" t="t" r="r" b="b"/>
              <a:pathLst>
                <a:path w="4127500" h="19050">
                  <a:moveTo>
                    <a:pt x="0" y="0"/>
                  </a:moveTo>
                  <a:lnTo>
                    <a:pt x="4127500" y="0"/>
                  </a:lnTo>
                  <a:lnTo>
                    <a:pt x="41275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000000">
                <a:alpha val="4706"/>
              </a:srgbClr>
            </a:solidFill>
          </p:spPr>
        </p:sp>
      </p:grpSp>
      <p:sp>
        <p:nvSpPr>
          <p:cNvPr id="10" name="TextBox 10"/>
          <p:cNvSpPr txBox="1"/>
          <p:nvPr/>
        </p:nvSpPr>
        <p:spPr>
          <a:xfrm>
            <a:off x="1031557" y="4232910"/>
            <a:ext cx="10430828" cy="1038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20"/>
              </a:lnSpc>
            </a:pPr>
            <a:r>
              <a:rPr lang="en-US" sz="6600" b="1">
                <a:solidFill>
                  <a:srgbClr val="000000"/>
                </a:solidFill>
                <a:latin typeface="Arimo Bold" panose="020B0704020202020204"/>
                <a:ea typeface="Arimo Bold" panose="020B0704020202020204"/>
                <a:cs typeface="Arimo Bold" panose="020B0704020202020204"/>
                <a:sym typeface="Arimo Bold" panose="020B0704020202020204"/>
              </a:rPr>
              <a:t>Mindgraph-Tutor</a:t>
            </a:r>
            <a:endParaRPr lang="en-US" sz="6600" b="1">
              <a:solidFill>
                <a:srgbClr val="000000"/>
              </a:solidFill>
              <a:latin typeface="Arimo Bold" panose="020B0704020202020204"/>
              <a:ea typeface="Arimo Bold" panose="020B0704020202020204"/>
              <a:cs typeface="Arimo Bold" panose="020B0704020202020204"/>
              <a:sym typeface="Arimo Bold" panose="020B070402020202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https://kimi-img.moonshot.cn/pub/slides/slides_tmpl/image/25-09-04-11:33:06-d2sggsm1bb2p4onbon10.jp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/>
              </a:stretch>
            </a:blipFill>
          </p:spPr>
          <p:txBody>
            <a:bodyPr/>
            <a:lstStyle/>
            <a:p>
              <a:endParaRPr lang="zh-CN" altLang="en-US" dirty="0"/>
            </a:p>
          </p:txBody>
        </p:sp>
      </p:grp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14447520" y="2070735"/>
            <a:ext cx="2626043" cy="2134552"/>
            <a:chOff x="0" y="0"/>
            <a:chExt cx="3501390" cy="2846070"/>
          </a:xfrm>
        </p:grpSpPr>
        <p:sp>
          <p:nvSpPr>
            <p:cNvPr id="5" name="Freeform 5" descr="https://kimi-img.moonshot.cn/pub/slides/slides_tmpl/image/25-09-04-11:33:05-d2sggse1bb2p4onbon00.png"/>
            <p:cNvSpPr/>
            <p:nvPr/>
          </p:nvSpPr>
          <p:spPr>
            <a:xfrm>
              <a:off x="0" y="0"/>
              <a:ext cx="3501390" cy="2846070"/>
            </a:xfrm>
            <a:custGeom>
              <a:avLst/>
              <a:gdLst/>
              <a:ahLst/>
              <a:cxnLst/>
              <a:rect l="l" t="t" r="r" b="b"/>
              <a:pathLst>
                <a:path w="3501390" h="2846070">
                  <a:moveTo>
                    <a:pt x="0" y="0"/>
                  </a:moveTo>
                  <a:lnTo>
                    <a:pt x="3501390" y="0"/>
                  </a:lnTo>
                  <a:lnTo>
                    <a:pt x="3501390" y="2846070"/>
                  </a:lnTo>
                  <a:lnTo>
                    <a:pt x="0" y="28460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80000"/>
              </a:blip>
              <a:stretch>
                <a:fillRect l="-76" r="-76"/>
              </a:stretch>
            </a:blipFill>
          </p:spPr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1936433" y="6244590"/>
            <a:ext cx="5936932" cy="6721793"/>
            <a:chOff x="0" y="0"/>
            <a:chExt cx="7915910" cy="8962390"/>
          </a:xfrm>
        </p:grpSpPr>
        <p:sp>
          <p:nvSpPr>
            <p:cNvPr id="7" name="Freeform 7" descr="https://kimi-img.moonshot.cn/pub/slides/slides_tmpl/image/25-09-04-11:33:06-d2sggsm1bb2p4onbon20.png"/>
            <p:cNvSpPr/>
            <p:nvPr/>
          </p:nvSpPr>
          <p:spPr>
            <a:xfrm>
              <a:off x="0" y="0"/>
              <a:ext cx="7915910" cy="8962390"/>
            </a:xfrm>
            <a:custGeom>
              <a:avLst/>
              <a:gdLst/>
              <a:ahLst/>
              <a:cxnLst/>
              <a:rect l="l" t="t" r="r" b="b"/>
              <a:pathLst>
                <a:path w="7915910" h="8962390">
                  <a:moveTo>
                    <a:pt x="0" y="0"/>
                  </a:moveTo>
                  <a:lnTo>
                    <a:pt x="7915910" y="0"/>
                  </a:lnTo>
                  <a:lnTo>
                    <a:pt x="7915910" y="8962390"/>
                  </a:lnTo>
                  <a:lnTo>
                    <a:pt x="0" y="89623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60000"/>
              </a:blip>
              <a:stretch>
                <a:fillRect l="-34" r="-34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1266825" y="2624138"/>
            <a:ext cx="2112645" cy="1464945"/>
            <a:chOff x="0" y="0"/>
            <a:chExt cx="2816860" cy="195326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816860" cy="1953260"/>
            </a:xfrm>
            <a:custGeom>
              <a:avLst/>
              <a:gdLst/>
              <a:ahLst/>
              <a:cxnLst/>
              <a:rect l="l" t="t" r="r" b="b"/>
              <a:pathLst>
                <a:path w="2816860" h="1953260">
                  <a:moveTo>
                    <a:pt x="0" y="0"/>
                  </a:moveTo>
                  <a:lnTo>
                    <a:pt x="2816860" y="0"/>
                  </a:lnTo>
                  <a:lnTo>
                    <a:pt x="2816860" y="1953260"/>
                  </a:lnTo>
                  <a:lnTo>
                    <a:pt x="0" y="195326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228600"/>
              <a:ext cx="2816860" cy="2181860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l">
                <a:lnSpc>
                  <a:spcPts val="9360"/>
                </a:lnSpc>
              </a:pPr>
              <a:r>
                <a:rPr lang="en-US" sz="6000">
                  <a:solidFill>
                    <a:srgbClr val="000000"/>
                  </a:solidFill>
                  <a:latin typeface="Arimo" panose="020B0604020202020204"/>
                  <a:ea typeface="Arimo" panose="020B0604020202020204"/>
                  <a:cs typeface="Arimo" panose="020B0604020202020204"/>
                  <a:sym typeface="Arimo" panose="020B0604020202020204"/>
                </a:rPr>
                <a:t>目录</a:t>
              </a:r>
              <a:endParaRPr lang="en-US" sz="6000">
                <a:solidFill>
                  <a:srgbClr val="000000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endParaRP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358265" y="4065270"/>
            <a:ext cx="3811905" cy="5770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1">
                <a:solidFill>
                  <a:srgbClr val="000000"/>
                </a:solidFill>
                <a:latin typeface="Arimo Bold" panose="020B0704020202020204"/>
                <a:ea typeface="Arimo Bold" panose="020B0704020202020204"/>
                <a:cs typeface="Arimo Bold" panose="020B0704020202020204"/>
                <a:sym typeface="Arimo Bold" panose="020B0704020202020204"/>
              </a:rPr>
              <a:t>CONTENTS</a:t>
            </a:r>
            <a:endParaRPr lang="en-US" sz="4200" b="1">
              <a:solidFill>
                <a:srgbClr val="000000"/>
              </a:solidFill>
              <a:latin typeface="Arimo Bold" panose="020B0704020202020204"/>
              <a:ea typeface="Arimo Bold" panose="020B0704020202020204"/>
              <a:cs typeface="Arimo Bold" panose="020B0704020202020204"/>
              <a:sym typeface="Arimo Bold" panose="020B0704020202020204"/>
            </a:endParaRPr>
          </a:p>
        </p:txBody>
      </p:sp>
      <p:grpSp>
        <p:nvGrpSpPr>
          <p:cNvPr id="12" name="Group 12"/>
          <p:cNvGrpSpPr/>
          <p:nvPr/>
        </p:nvGrpSpPr>
        <p:grpSpPr>
          <a:xfrm>
            <a:off x="1377315" y="3996690"/>
            <a:ext cx="2516505" cy="19050"/>
            <a:chOff x="0" y="0"/>
            <a:chExt cx="3355340" cy="25400"/>
          </a:xfrm>
        </p:grpSpPr>
        <p:sp>
          <p:nvSpPr>
            <p:cNvPr id="13" name="Freeform 13"/>
            <p:cNvSpPr/>
            <p:nvPr/>
          </p:nvSpPr>
          <p:spPr>
            <a:xfrm>
              <a:off x="12700" y="0"/>
              <a:ext cx="3329940" cy="25400"/>
            </a:xfrm>
            <a:custGeom>
              <a:avLst/>
              <a:gdLst/>
              <a:ahLst/>
              <a:cxnLst/>
              <a:rect l="l" t="t" r="r" b="b"/>
              <a:pathLst>
                <a:path w="3329940" h="25400">
                  <a:moveTo>
                    <a:pt x="0" y="0"/>
                  </a:moveTo>
                  <a:lnTo>
                    <a:pt x="3329940" y="0"/>
                  </a:lnTo>
                  <a:lnTo>
                    <a:pt x="332994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14" name="Group 14"/>
          <p:cNvGrpSpPr>
            <a:grpSpLocks noChangeAspect="1"/>
          </p:cNvGrpSpPr>
          <p:nvPr/>
        </p:nvGrpSpPr>
        <p:grpSpPr>
          <a:xfrm>
            <a:off x="16127730" y="642938"/>
            <a:ext cx="1143000" cy="114300"/>
            <a:chOff x="0" y="0"/>
            <a:chExt cx="1524000" cy="152400"/>
          </a:xfrm>
        </p:grpSpPr>
        <p:sp>
          <p:nvSpPr>
            <p:cNvPr id="15" name="Freeform 15" descr="https://kimi-img.moonshot.cn/pub/slides/slides_tmpl/image/25-09-04-11:33:04-d2sggs61bb2p4onbomug.png"/>
            <p:cNvSpPr/>
            <p:nvPr/>
          </p:nvSpPr>
          <p:spPr>
            <a:xfrm flipV="1">
              <a:off x="0" y="0"/>
              <a:ext cx="1524000" cy="152400"/>
            </a:xfrm>
            <a:custGeom>
              <a:avLst/>
              <a:gdLst/>
              <a:ahLst/>
              <a:cxnLst/>
              <a:rect l="l" t="t" r="r" b="b"/>
              <a:pathLst>
                <a:path w="1524000" h="152400">
                  <a:moveTo>
                    <a:pt x="0" y="152400"/>
                  </a:moveTo>
                  <a:lnTo>
                    <a:pt x="1524000" y="152400"/>
                  </a:lnTo>
                  <a:lnTo>
                    <a:pt x="1524000" y="0"/>
                  </a:ln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blipFill>
              <a:blip r:embed="rId4">
                <a:alphaModFix amt="40000"/>
              </a:blip>
              <a:stretch>
                <a:fillRect l="-5454" r="-5454"/>
              </a:stretch>
            </a:blipFill>
          </p:spPr>
        </p:sp>
      </p:grpSp>
      <p:grpSp>
        <p:nvGrpSpPr>
          <p:cNvPr id="16" name="Group 16"/>
          <p:cNvGrpSpPr>
            <a:grpSpLocks noChangeAspect="1"/>
          </p:cNvGrpSpPr>
          <p:nvPr/>
        </p:nvGrpSpPr>
        <p:grpSpPr>
          <a:xfrm>
            <a:off x="16127730" y="839152"/>
            <a:ext cx="1143000" cy="114300"/>
            <a:chOff x="0" y="0"/>
            <a:chExt cx="1524000" cy="152400"/>
          </a:xfrm>
        </p:grpSpPr>
        <p:sp>
          <p:nvSpPr>
            <p:cNvPr id="17" name="Freeform 17" descr="https://kimi-img.moonshot.cn/pub/slides/slides_tmpl/image/25-09-04-11:33:04-d2sggs61bb2p4onbomug.png"/>
            <p:cNvSpPr/>
            <p:nvPr/>
          </p:nvSpPr>
          <p:spPr>
            <a:xfrm flipV="1">
              <a:off x="0" y="0"/>
              <a:ext cx="1524000" cy="152400"/>
            </a:xfrm>
            <a:custGeom>
              <a:avLst/>
              <a:gdLst/>
              <a:ahLst/>
              <a:cxnLst/>
              <a:rect l="l" t="t" r="r" b="b"/>
              <a:pathLst>
                <a:path w="1524000" h="152400">
                  <a:moveTo>
                    <a:pt x="0" y="152400"/>
                  </a:moveTo>
                  <a:lnTo>
                    <a:pt x="1524000" y="152400"/>
                  </a:lnTo>
                  <a:lnTo>
                    <a:pt x="1524000" y="0"/>
                  </a:ln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blipFill>
              <a:blip r:embed="rId4">
                <a:alphaModFix amt="40000"/>
              </a:blip>
              <a:stretch>
                <a:fillRect l="-5454" r="-5454"/>
              </a:stretch>
            </a:blipFill>
          </p:spPr>
        </p:sp>
      </p:grpSp>
      <p:grpSp>
        <p:nvGrpSpPr>
          <p:cNvPr id="18" name="Group 18"/>
          <p:cNvGrpSpPr/>
          <p:nvPr/>
        </p:nvGrpSpPr>
        <p:grpSpPr>
          <a:xfrm>
            <a:off x="6834664" y="2015014"/>
            <a:ext cx="233362" cy="557212"/>
            <a:chOff x="0" y="0"/>
            <a:chExt cx="311150" cy="742950"/>
          </a:xfrm>
        </p:grpSpPr>
        <p:sp>
          <p:nvSpPr>
            <p:cNvPr id="19" name="Freeform 19"/>
            <p:cNvSpPr/>
            <p:nvPr/>
          </p:nvSpPr>
          <p:spPr>
            <a:xfrm>
              <a:off x="1778" y="18669"/>
              <a:ext cx="307594" cy="705612"/>
            </a:xfrm>
            <a:custGeom>
              <a:avLst/>
              <a:gdLst/>
              <a:ahLst/>
              <a:cxnLst/>
              <a:rect l="l" t="t" r="r" b="b"/>
              <a:pathLst>
                <a:path w="307594" h="705612">
                  <a:moveTo>
                    <a:pt x="307594" y="19812"/>
                  </a:moveTo>
                  <a:lnTo>
                    <a:pt x="53594" y="705612"/>
                  </a:lnTo>
                  <a:lnTo>
                    <a:pt x="0" y="685800"/>
                  </a:lnTo>
                  <a:lnTo>
                    <a:pt x="254000" y="0"/>
                  </a:lnTo>
                  <a:close/>
                </a:path>
              </a:pathLst>
            </a:custGeom>
            <a:solidFill>
              <a:srgbClr val="577FD2"/>
            </a:solidFill>
          </p:spPr>
        </p:sp>
      </p:grpSp>
      <p:grpSp>
        <p:nvGrpSpPr>
          <p:cNvPr id="20" name="Group 20"/>
          <p:cNvGrpSpPr/>
          <p:nvPr/>
        </p:nvGrpSpPr>
        <p:grpSpPr>
          <a:xfrm>
            <a:off x="6834664" y="3237071"/>
            <a:ext cx="233362" cy="557212"/>
            <a:chOff x="0" y="0"/>
            <a:chExt cx="311150" cy="742950"/>
          </a:xfrm>
        </p:grpSpPr>
        <p:sp>
          <p:nvSpPr>
            <p:cNvPr id="21" name="Freeform 21"/>
            <p:cNvSpPr/>
            <p:nvPr/>
          </p:nvSpPr>
          <p:spPr>
            <a:xfrm>
              <a:off x="1778" y="18669"/>
              <a:ext cx="307594" cy="705612"/>
            </a:xfrm>
            <a:custGeom>
              <a:avLst/>
              <a:gdLst/>
              <a:ahLst/>
              <a:cxnLst/>
              <a:rect l="l" t="t" r="r" b="b"/>
              <a:pathLst>
                <a:path w="307594" h="705612">
                  <a:moveTo>
                    <a:pt x="307594" y="19812"/>
                  </a:moveTo>
                  <a:lnTo>
                    <a:pt x="53594" y="705612"/>
                  </a:lnTo>
                  <a:lnTo>
                    <a:pt x="0" y="685800"/>
                  </a:lnTo>
                  <a:lnTo>
                    <a:pt x="254000" y="0"/>
                  </a:lnTo>
                  <a:close/>
                </a:path>
              </a:pathLst>
            </a:custGeom>
            <a:solidFill>
              <a:srgbClr val="577FD2"/>
            </a:solidFill>
          </p:spPr>
        </p:sp>
      </p:grpSp>
      <p:grpSp>
        <p:nvGrpSpPr>
          <p:cNvPr id="22" name="Group 22"/>
          <p:cNvGrpSpPr/>
          <p:nvPr/>
        </p:nvGrpSpPr>
        <p:grpSpPr>
          <a:xfrm>
            <a:off x="6834664" y="4365784"/>
            <a:ext cx="233362" cy="557212"/>
            <a:chOff x="0" y="0"/>
            <a:chExt cx="311150" cy="742950"/>
          </a:xfrm>
        </p:grpSpPr>
        <p:sp>
          <p:nvSpPr>
            <p:cNvPr id="23" name="Freeform 23"/>
            <p:cNvSpPr/>
            <p:nvPr/>
          </p:nvSpPr>
          <p:spPr>
            <a:xfrm>
              <a:off x="1778" y="18669"/>
              <a:ext cx="307594" cy="705612"/>
            </a:xfrm>
            <a:custGeom>
              <a:avLst/>
              <a:gdLst/>
              <a:ahLst/>
              <a:cxnLst/>
              <a:rect l="l" t="t" r="r" b="b"/>
              <a:pathLst>
                <a:path w="307594" h="705612">
                  <a:moveTo>
                    <a:pt x="307594" y="19812"/>
                  </a:moveTo>
                  <a:lnTo>
                    <a:pt x="53594" y="705612"/>
                  </a:lnTo>
                  <a:lnTo>
                    <a:pt x="0" y="685800"/>
                  </a:lnTo>
                  <a:lnTo>
                    <a:pt x="254000" y="0"/>
                  </a:lnTo>
                  <a:close/>
                </a:path>
              </a:pathLst>
            </a:custGeom>
            <a:solidFill>
              <a:srgbClr val="577FD2"/>
            </a:solidFill>
          </p:spPr>
        </p:sp>
      </p:grpSp>
      <p:grpSp>
        <p:nvGrpSpPr>
          <p:cNvPr id="30" name="Group 30"/>
          <p:cNvGrpSpPr/>
          <p:nvPr/>
        </p:nvGrpSpPr>
        <p:grpSpPr>
          <a:xfrm>
            <a:off x="13970677" y="9491705"/>
            <a:ext cx="3109912" cy="14288"/>
            <a:chOff x="0" y="0"/>
            <a:chExt cx="4146550" cy="19050"/>
          </a:xfrm>
        </p:grpSpPr>
        <p:sp>
          <p:nvSpPr>
            <p:cNvPr id="31" name="Freeform 31"/>
            <p:cNvSpPr/>
            <p:nvPr/>
          </p:nvSpPr>
          <p:spPr>
            <a:xfrm>
              <a:off x="9525" y="0"/>
              <a:ext cx="4127500" cy="19050"/>
            </a:xfrm>
            <a:custGeom>
              <a:avLst/>
              <a:gdLst/>
              <a:ahLst/>
              <a:cxnLst/>
              <a:rect l="l" t="t" r="r" b="b"/>
              <a:pathLst>
                <a:path w="4127500" h="19050">
                  <a:moveTo>
                    <a:pt x="0" y="0"/>
                  </a:moveTo>
                  <a:lnTo>
                    <a:pt x="4127500" y="0"/>
                  </a:lnTo>
                  <a:lnTo>
                    <a:pt x="41275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000000">
                <a:alpha val="4706"/>
              </a:srgbClr>
            </a:solidFill>
          </p:spPr>
        </p:sp>
      </p:grpSp>
      <p:grpSp>
        <p:nvGrpSpPr>
          <p:cNvPr id="32" name="Group 32"/>
          <p:cNvGrpSpPr/>
          <p:nvPr/>
        </p:nvGrpSpPr>
        <p:grpSpPr>
          <a:xfrm>
            <a:off x="854698" y="737850"/>
            <a:ext cx="333009" cy="82396"/>
            <a:chOff x="0" y="0"/>
            <a:chExt cx="444012" cy="109862"/>
          </a:xfrm>
        </p:grpSpPr>
        <p:sp>
          <p:nvSpPr>
            <p:cNvPr id="33" name="Freeform 33"/>
            <p:cNvSpPr/>
            <p:nvPr/>
          </p:nvSpPr>
          <p:spPr>
            <a:xfrm>
              <a:off x="12700" y="12700"/>
              <a:ext cx="418592" cy="84455"/>
            </a:xfrm>
            <a:custGeom>
              <a:avLst/>
              <a:gdLst/>
              <a:ahLst/>
              <a:cxnLst/>
              <a:rect l="l" t="t" r="r" b="b"/>
              <a:pathLst>
                <a:path w="418592" h="84455">
                  <a:moveTo>
                    <a:pt x="0" y="0"/>
                  </a:moveTo>
                  <a:lnTo>
                    <a:pt x="418592" y="0"/>
                  </a:lnTo>
                  <a:lnTo>
                    <a:pt x="418592" y="84455"/>
                  </a:lnTo>
                  <a:lnTo>
                    <a:pt x="0" y="84455"/>
                  </a:lnTo>
                  <a:close/>
                </a:path>
              </a:pathLst>
            </a:custGeom>
            <a:solidFill>
              <a:srgbClr val="92ABDF"/>
            </a:solidFill>
          </p:spPr>
        </p:sp>
        <p:sp>
          <p:nvSpPr>
            <p:cNvPr id="34" name="Freeform 34"/>
            <p:cNvSpPr/>
            <p:nvPr/>
          </p:nvSpPr>
          <p:spPr>
            <a:xfrm>
              <a:off x="0" y="0"/>
              <a:ext cx="443992" cy="109855"/>
            </a:xfrm>
            <a:custGeom>
              <a:avLst/>
              <a:gdLst/>
              <a:ahLst/>
              <a:cxnLst/>
              <a:rect l="l" t="t" r="r" b="b"/>
              <a:pathLst>
                <a:path w="443992" h="109855">
                  <a:moveTo>
                    <a:pt x="12700" y="0"/>
                  </a:moveTo>
                  <a:lnTo>
                    <a:pt x="431292" y="0"/>
                  </a:lnTo>
                  <a:cubicBezTo>
                    <a:pt x="438277" y="0"/>
                    <a:pt x="443992" y="5715"/>
                    <a:pt x="443992" y="12700"/>
                  </a:cubicBezTo>
                  <a:lnTo>
                    <a:pt x="443992" y="97155"/>
                  </a:lnTo>
                  <a:cubicBezTo>
                    <a:pt x="443992" y="104140"/>
                    <a:pt x="438277" y="109855"/>
                    <a:pt x="431292" y="109855"/>
                  </a:cubicBezTo>
                  <a:lnTo>
                    <a:pt x="12700" y="109855"/>
                  </a:lnTo>
                  <a:cubicBezTo>
                    <a:pt x="5715" y="109855"/>
                    <a:pt x="0" y="104140"/>
                    <a:pt x="0" y="97155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97155"/>
                  </a:lnTo>
                  <a:lnTo>
                    <a:pt x="12700" y="97155"/>
                  </a:lnTo>
                  <a:lnTo>
                    <a:pt x="12700" y="84455"/>
                  </a:lnTo>
                  <a:lnTo>
                    <a:pt x="431292" y="84455"/>
                  </a:lnTo>
                  <a:lnTo>
                    <a:pt x="431292" y="97155"/>
                  </a:lnTo>
                  <a:lnTo>
                    <a:pt x="418592" y="97155"/>
                  </a:lnTo>
                  <a:lnTo>
                    <a:pt x="418592" y="12700"/>
                  </a:lnTo>
                  <a:lnTo>
                    <a:pt x="431292" y="12700"/>
                  </a:lnTo>
                  <a:lnTo>
                    <a:pt x="431292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92ABDF"/>
            </a:solidFill>
          </p:spPr>
        </p:sp>
      </p:grpSp>
      <p:grpSp>
        <p:nvGrpSpPr>
          <p:cNvPr id="35" name="Group 35"/>
          <p:cNvGrpSpPr/>
          <p:nvPr/>
        </p:nvGrpSpPr>
        <p:grpSpPr>
          <a:xfrm>
            <a:off x="854698" y="883311"/>
            <a:ext cx="333009" cy="82396"/>
            <a:chOff x="0" y="0"/>
            <a:chExt cx="444012" cy="109862"/>
          </a:xfrm>
        </p:grpSpPr>
        <p:sp>
          <p:nvSpPr>
            <p:cNvPr id="36" name="Freeform 36"/>
            <p:cNvSpPr/>
            <p:nvPr/>
          </p:nvSpPr>
          <p:spPr>
            <a:xfrm>
              <a:off x="12700" y="12700"/>
              <a:ext cx="418592" cy="84455"/>
            </a:xfrm>
            <a:custGeom>
              <a:avLst/>
              <a:gdLst/>
              <a:ahLst/>
              <a:cxnLst/>
              <a:rect l="l" t="t" r="r" b="b"/>
              <a:pathLst>
                <a:path w="418592" h="84455">
                  <a:moveTo>
                    <a:pt x="0" y="0"/>
                  </a:moveTo>
                  <a:lnTo>
                    <a:pt x="418592" y="0"/>
                  </a:lnTo>
                  <a:lnTo>
                    <a:pt x="418592" y="84455"/>
                  </a:lnTo>
                  <a:lnTo>
                    <a:pt x="0" y="84455"/>
                  </a:lnTo>
                  <a:close/>
                </a:path>
              </a:pathLst>
            </a:custGeom>
            <a:solidFill>
              <a:srgbClr val="92ABDF"/>
            </a:solidFill>
          </p:spPr>
        </p:sp>
        <p:sp>
          <p:nvSpPr>
            <p:cNvPr id="37" name="Freeform 37"/>
            <p:cNvSpPr/>
            <p:nvPr/>
          </p:nvSpPr>
          <p:spPr>
            <a:xfrm>
              <a:off x="0" y="0"/>
              <a:ext cx="443992" cy="109855"/>
            </a:xfrm>
            <a:custGeom>
              <a:avLst/>
              <a:gdLst/>
              <a:ahLst/>
              <a:cxnLst/>
              <a:rect l="l" t="t" r="r" b="b"/>
              <a:pathLst>
                <a:path w="443992" h="109855">
                  <a:moveTo>
                    <a:pt x="12700" y="0"/>
                  </a:moveTo>
                  <a:lnTo>
                    <a:pt x="431292" y="0"/>
                  </a:lnTo>
                  <a:cubicBezTo>
                    <a:pt x="438277" y="0"/>
                    <a:pt x="443992" y="5715"/>
                    <a:pt x="443992" y="12700"/>
                  </a:cubicBezTo>
                  <a:lnTo>
                    <a:pt x="443992" y="97155"/>
                  </a:lnTo>
                  <a:cubicBezTo>
                    <a:pt x="443992" y="104140"/>
                    <a:pt x="438277" y="109855"/>
                    <a:pt x="431292" y="109855"/>
                  </a:cubicBezTo>
                  <a:lnTo>
                    <a:pt x="12700" y="109855"/>
                  </a:lnTo>
                  <a:cubicBezTo>
                    <a:pt x="5715" y="109855"/>
                    <a:pt x="0" y="104140"/>
                    <a:pt x="0" y="97155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97155"/>
                  </a:lnTo>
                  <a:lnTo>
                    <a:pt x="12700" y="97155"/>
                  </a:lnTo>
                  <a:lnTo>
                    <a:pt x="12700" y="84455"/>
                  </a:lnTo>
                  <a:lnTo>
                    <a:pt x="431292" y="84455"/>
                  </a:lnTo>
                  <a:lnTo>
                    <a:pt x="431292" y="97155"/>
                  </a:lnTo>
                  <a:lnTo>
                    <a:pt x="418592" y="97155"/>
                  </a:lnTo>
                  <a:lnTo>
                    <a:pt x="418592" y="12700"/>
                  </a:lnTo>
                  <a:lnTo>
                    <a:pt x="431292" y="12700"/>
                  </a:lnTo>
                  <a:lnTo>
                    <a:pt x="431292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92ABDF"/>
            </a:solidFill>
          </p:spPr>
        </p:sp>
      </p:grpSp>
      <p:grpSp>
        <p:nvGrpSpPr>
          <p:cNvPr id="38" name="Group 38"/>
          <p:cNvGrpSpPr/>
          <p:nvPr/>
        </p:nvGrpSpPr>
        <p:grpSpPr>
          <a:xfrm>
            <a:off x="854698" y="1028772"/>
            <a:ext cx="333009" cy="82396"/>
            <a:chOff x="0" y="0"/>
            <a:chExt cx="444012" cy="109862"/>
          </a:xfrm>
        </p:grpSpPr>
        <p:sp>
          <p:nvSpPr>
            <p:cNvPr id="39" name="Freeform 39"/>
            <p:cNvSpPr/>
            <p:nvPr/>
          </p:nvSpPr>
          <p:spPr>
            <a:xfrm>
              <a:off x="12700" y="12700"/>
              <a:ext cx="418592" cy="84455"/>
            </a:xfrm>
            <a:custGeom>
              <a:avLst/>
              <a:gdLst/>
              <a:ahLst/>
              <a:cxnLst/>
              <a:rect l="l" t="t" r="r" b="b"/>
              <a:pathLst>
                <a:path w="418592" h="84455">
                  <a:moveTo>
                    <a:pt x="0" y="0"/>
                  </a:moveTo>
                  <a:lnTo>
                    <a:pt x="418592" y="0"/>
                  </a:lnTo>
                  <a:lnTo>
                    <a:pt x="418592" y="84455"/>
                  </a:lnTo>
                  <a:lnTo>
                    <a:pt x="0" y="84455"/>
                  </a:lnTo>
                  <a:close/>
                </a:path>
              </a:pathLst>
            </a:custGeom>
            <a:solidFill>
              <a:srgbClr val="92ABDF"/>
            </a:solidFill>
          </p:spPr>
        </p:sp>
        <p:sp>
          <p:nvSpPr>
            <p:cNvPr id="40" name="Freeform 40"/>
            <p:cNvSpPr/>
            <p:nvPr/>
          </p:nvSpPr>
          <p:spPr>
            <a:xfrm>
              <a:off x="0" y="0"/>
              <a:ext cx="443992" cy="109855"/>
            </a:xfrm>
            <a:custGeom>
              <a:avLst/>
              <a:gdLst/>
              <a:ahLst/>
              <a:cxnLst/>
              <a:rect l="l" t="t" r="r" b="b"/>
              <a:pathLst>
                <a:path w="443992" h="109855">
                  <a:moveTo>
                    <a:pt x="12700" y="0"/>
                  </a:moveTo>
                  <a:lnTo>
                    <a:pt x="431292" y="0"/>
                  </a:lnTo>
                  <a:cubicBezTo>
                    <a:pt x="438277" y="0"/>
                    <a:pt x="443992" y="5715"/>
                    <a:pt x="443992" y="12700"/>
                  </a:cubicBezTo>
                  <a:lnTo>
                    <a:pt x="443992" y="97155"/>
                  </a:lnTo>
                  <a:cubicBezTo>
                    <a:pt x="443992" y="104140"/>
                    <a:pt x="438277" y="109855"/>
                    <a:pt x="431292" y="109855"/>
                  </a:cubicBezTo>
                  <a:lnTo>
                    <a:pt x="12700" y="109855"/>
                  </a:lnTo>
                  <a:cubicBezTo>
                    <a:pt x="5715" y="109855"/>
                    <a:pt x="0" y="104140"/>
                    <a:pt x="0" y="97155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97155"/>
                  </a:lnTo>
                  <a:lnTo>
                    <a:pt x="12700" y="97155"/>
                  </a:lnTo>
                  <a:lnTo>
                    <a:pt x="12700" y="84455"/>
                  </a:lnTo>
                  <a:lnTo>
                    <a:pt x="431292" y="84455"/>
                  </a:lnTo>
                  <a:lnTo>
                    <a:pt x="431292" y="97155"/>
                  </a:lnTo>
                  <a:lnTo>
                    <a:pt x="418592" y="97155"/>
                  </a:lnTo>
                  <a:lnTo>
                    <a:pt x="418592" y="12700"/>
                  </a:lnTo>
                  <a:lnTo>
                    <a:pt x="431292" y="12700"/>
                  </a:lnTo>
                  <a:lnTo>
                    <a:pt x="431292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92ABDF"/>
            </a:solidFill>
          </p:spPr>
        </p:sp>
      </p:grpSp>
      <p:grpSp>
        <p:nvGrpSpPr>
          <p:cNvPr id="41" name="Group 41"/>
          <p:cNvGrpSpPr/>
          <p:nvPr/>
        </p:nvGrpSpPr>
        <p:grpSpPr>
          <a:xfrm>
            <a:off x="782811" y="9200778"/>
            <a:ext cx="342534" cy="91922"/>
            <a:chOff x="0" y="0"/>
            <a:chExt cx="456712" cy="122562"/>
          </a:xfrm>
        </p:grpSpPr>
        <p:sp>
          <p:nvSpPr>
            <p:cNvPr id="42" name="Freeform 42"/>
            <p:cNvSpPr/>
            <p:nvPr/>
          </p:nvSpPr>
          <p:spPr>
            <a:xfrm>
              <a:off x="19050" y="19050"/>
              <a:ext cx="418592" cy="84455"/>
            </a:xfrm>
            <a:custGeom>
              <a:avLst/>
              <a:gdLst/>
              <a:ahLst/>
              <a:cxnLst/>
              <a:rect l="l" t="t" r="r" b="b"/>
              <a:pathLst>
                <a:path w="418592" h="84455">
                  <a:moveTo>
                    <a:pt x="0" y="0"/>
                  </a:moveTo>
                  <a:lnTo>
                    <a:pt x="418592" y="0"/>
                  </a:lnTo>
                  <a:lnTo>
                    <a:pt x="418592" y="84455"/>
                  </a:lnTo>
                  <a:lnTo>
                    <a:pt x="0" y="84455"/>
                  </a:lnTo>
                  <a:close/>
                </a:path>
              </a:pathLst>
            </a:custGeom>
            <a:solidFill>
              <a:srgbClr val="92ABDF"/>
            </a:solidFill>
          </p:spPr>
        </p:sp>
        <p:sp>
          <p:nvSpPr>
            <p:cNvPr id="43" name="Freeform 43"/>
            <p:cNvSpPr/>
            <p:nvPr/>
          </p:nvSpPr>
          <p:spPr>
            <a:xfrm>
              <a:off x="0" y="0"/>
              <a:ext cx="456692" cy="122555"/>
            </a:xfrm>
            <a:custGeom>
              <a:avLst/>
              <a:gdLst/>
              <a:ahLst/>
              <a:cxnLst/>
              <a:rect l="l" t="t" r="r" b="b"/>
              <a:pathLst>
                <a:path w="456692" h="122555">
                  <a:moveTo>
                    <a:pt x="19050" y="0"/>
                  </a:moveTo>
                  <a:lnTo>
                    <a:pt x="437642" y="0"/>
                  </a:lnTo>
                  <a:cubicBezTo>
                    <a:pt x="448183" y="0"/>
                    <a:pt x="456692" y="8509"/>
                    <a:pt x="456692" y="19050"/>
                  </a:cubicBezTo>
                  <a:lnTo>
                    <a:pt x="456692" y="103505"/>
                  </a:lnTo>
                  <a:cubicBezTo>
                    <a:pt x="456692" y="114046"/>
                    <a:pt x="448183" y="122555"/>
                    <a:pt x="437642" y="122555"/>
                  </a:cubicBezTo>
                  <a:lnTo>
                    <a:pt x="19050" y="122555"/>
                  </a:lnTo>
                  <a:cubicBezTo>
                    <a:pt x="8509" y="122555"/>
                    <a:pt x="0" y="114046"/>
                    <a:pt x="0" y="103505"/>
                  </a:cubicBezTo>
                  <a:lnTo>
                    <a:pt x="0" y="19050"/>
                  </a:lnTo>
                  <a:cubicBezTo>
                    <a:pt x="0" y="8509"/>
                    <a:pt x="8509" y="0"/>
                    <a:pt x="19050" y="0"/>
                  </a:cubicBezTo>
                  <a:moveTo>
                    <a:pt x="19050" y="38100"/>
                  </a:moveTo>
                  <a:lnTo>
                    <a:pt x="19050" y="19050"/>
                  </a:lnTo>
                  <a:lnTo>
                    <a:pt x="38100" y="19050"/>
                  </a:lnTo>
                  <a:lnTo>
                    <a:pt x="38100" y="103505"/>
                  </a:lnTo>
                  <a:lnTo>
                    <a:pt x="19050" y="103505"/>
                  </a:lnTo>
                  <a:lnTo>
                    <a:pt x="19050" y="84455"/>
                  </a:lnTo>
                  <a:lnTo>
                    <a:pt x="437642" y="84455"/>
                  </a:lnTo>
                  <a:lnTo>
                    <a:pt x="437642" y="103505"/>
                  </a:lnTo>
                  <a:lnTo>
                    <a:pt x="418592" y="103505"/>
                  </a:lnTo>
                  <a:lnTo>
                    <a:pt x="418592" y="19050"/>
                  </a:lnTo>
                  <a:lnTo>
                    <a:pt x="437642" y="19050"/>
                  </a:lnTo>
                  <a:lnTo>
                    <a:pt x="437642" y="38100"/>
                  </a:lnTo>
                  <a:lnTo>
                    <a:pt x="19050" y="38100"/>
                  </a:lnTo>
                  <a:close/>
                </a:path>
              </a:pathLst>
            </a:custGeom>
            <a:solidFill>
              <a:srgbClr val="92ABDF"/>
            </a:solidFill>
          </p:spPr>
        </p:sp>
      </p:grpSp>
      <p:grpSp>
        <p:nvGrpSpPr>
          <p:cNvPr id="44" name="Group 44"/>
          <p:cNvGrpSpPr/>
          <p:nvPr/>
        </p:nvGrpSpPr>
        <p:grpSpPr>
          <a:xfrm>
            <a:off x="782811" y="9346239"/>
            <a:ext cx="342534" cy="91922"/>
            <a:chOff x="0" y="0"/>
            <a:chExt cx="456712" cy="122562"/>
          </a:xfrm>
        </p:grpSpPr>
        <p:sp>
          <p:nvSpPr>
            <p:cNvPr id="45" name="Freeform 45"/>
            <p:cNvSpPr/>
            <p:nvPr/>
          </p:nvSpPr>
          <p:spPr>
            <a:xfrm>
              <a:off x="19050" y="19050"/>
              <a:ext cx="418592" cy="84455"/>
            </a:xfrm>
            <a:custGeom>
              <a:avLst/>
              <a:gdLst/>
              <a:ahLst/>
              <a:cxnLst/>
              <a:rect l="l" t="t" r="r" b="b"/>
              <a:pathLst>
                <a:path w="418592" h="84455">
                  <a:moveTo>
                    <a:pt x="0" y="0"/>
                  </a:moveTo>
                  <a:lnTo>
                    <a:pt x="418592" y="0"/>
                  </a:lnTo>
                  <a:lnTo>
                    <a:pt x="418592" y="84455"/>
                  </a:lnTo>
                  <a:lnTo>
                    <a:pt x="0" y="84455"/>
                  </a:lnTo>
                  <a:close/>
                </a:path>
              </a:pathLst>
            </a:custGeom>
            <a:solidFill>
              <a:srgbClr val="92ABDF"/>
            </a:solidFill>
          </p:spPr>
        </p:sp>
        <p:sp>
          <p:nvSpPr>
            <p:cNvPr id="46" name="Freeform 46"/>
            <p:cNvSpPr/>
            <p:nvPr/>
          </p:nvSpPr>
          <p:spPr>
            <a:xfrm>
              <a:off x="0" y="0"/>
              <a:ext cx="456692" cy="122555"/>
            </a:xfrm>
            <a:custGeom>
              <a:avLst/>
              <a:gdLst/>
              <a:ahLst/>
              <a:cxnLst/>
              <a:rect l="l" t="t" r="r" b="b"/>
              <a:pathLst>
                <a:path w="456692" h="122555">
                  <a:moveTo>
                    <a:pt x="19050" y="0"/>
                  </a:moveTo>
                  <a:lnTo>
                    <a:pt x="437642" y="0"/>
                  </a:lnTo>
                  <a:cubicBezTo>
                    <a:pt x="448183" y="0"/>
                    <a:pt x="456692" y="8509"/>
                    <a:pt x="456692" y="19050"/>
                  </a:cubicBezTo>
                  <a:lnTo>
                    <a:pt x="456692" y="103505"/>
                  </a:lnTo>
                  <a:cubicBezTo>
                    <a:pt x="456692" y="114046"/>
                    <a:pt x="448183" y="122555"/>
                    <a:pt x="437642" y="122555"/>
                  </a:cubicBezTo>
                  <a:lnTo>
                    <a:pt x="19050" y="122555"/>
                  </a:lnTo>
                  <a:cubicBezTo>
                    <a:pt x="8509" y="122555"/>
                    <a:pt x="0" y="114046"/>
                    <a:pt x="0" y="103505"/>
                  </a:cubicBezTo>
                  <a:lnTo>
                    <a:pt x="0" y="19050"/>
                  </a:lnTo>
                  <a:cubicBezTo>
                    <a:pt x="0" y="8509"/>
                    <a:pt x="8509" y="0"/>
                    <a:pt x="19050" y="0"/>
                  </a:cubicBezTo>
                  <a:moveTo>
                    <a:pt x="19050" y="38100"/>
                  </a:moveTo>
                  <a:lnTo>
                    <a:pt x="19050" y="19050"/>
                  </a:lnTo>
                  <a:lnTo>
                    <a:pt x="38100" y="19050"/>
                  </a:lnTo>
                  <a:lnTo>
                    <a:pt x="38100" y="103505"/>
                  </a:lnTo>
                  <a:lnTo>
                    <a:pt x="19050" y="103505"/>
                  </a:lnTo>
                  <a:lnTo>
                    <a:pt x="19050" y="84455"/>
                  </a:lnTo>
                  <a:lnTo>
                    <a:pt x="437642" y="84455"/>
                  </a:lnTo>
                  <a:lnTo>
                    <a:pt x="437642" y="103505"/>
                  </a:lnTo>
                  <a:lnTo>
                    <a:pt x="418592" y="103505"/>
                  </a:lnTo>
                  <a:lnTo>
                    <a:pt x="418592" y="19050"/>
                  </a:lnTo>
                  <a:lnTo>
                    <a:pt x="437642" y="19050"/>
                  </a:lnTo>
                  <a:lnTo>
                    <a:pt x="437642" y="38100"/>
                  </a:lnTo>
                  <a:lnTo>
                    <a:pt x="19050" y="38100"/>
                  </a:lnTo>
                  <a:close/>
                </a:path>
              </a:pathLst>
            </a:custGeom>
            <a:solidFill>
              <a:srgbClr val="92ABDF"/>
            </a:solidFill>
          </p:spPr>
        </p:sp>
      </p:grpSp>
      <p:grpSp>
        <p:nvGrpSpPr>
          <p:cNvPr id="47" name="Group 47"/>
          <p:cNvGrpSpPr/>
          <p:nvPr/>
        </p:nvGrpSpPr>
        <p:grpSpPr>
          <a:xfrm>
            <a:off x="782811" y="9491700"/>
            <a:ext cx="342534" cy="91922"/>
            <a:chOff x="0" y="0"/>
            <a:chExt cx="456712" cy="122562"/>
          </a:xfrm>
        </p:grpSpPr>
        <p:sp>
          <p:nvSpPr>
            <p:cNvPr id="48" name="Freeform 48"/>
            <p:cNvSpPr/>
            <p:nvPr/>
          </p:nvSpPr>
          <p:spPr>
            <a:xfrm>
              <a:off x="19050" y="19050"/>
              <a:ext cx="418592" cy="84455"/>
            </a:xfrm>
            <a:custGeom>
              <a:avLst/>
              <a:gdLst/>
              <a:ahLst/>
              <a:cxnLst/>
              <a:rect l="l" t="t" r="r" b="b"/>
              <a:pathLst>
                <a:path w="418592" h="84455">
                  <a:moveTo>
                    <a:pt x="0" y="0"/>
                  </a:moveTo>
                  <a:lnTo>
                    <a:pt x="418592" y="0"/>
                  </a:lnTo>
                  <a:lnTo>
                    <a:pt x="418592" y="84455"/>
                  </a:lnTo>
                  <a:lnTo>
                    <a:pt x="0" y="84455"/>
                  </a:lnTo>
                  <a:close/>
                </a:path>
              </a:pathLst>
            </a:custGeom>
            <a:solidFill>
              <a:srgbClr val="92ABDF"/>
            </a:solidFill>
          </p:spPr>
        </p:sp>
        <p:sp>
          <p:nvSpPr>
            <p:cNvPr id="49" name="Freeform 49"/>
            <p:cNvSpPr/>
            <p:nvPr/>
          </p:nvSpPr>
          <p:spPr>
            <a:xfrm>
              <a:off x="0" y="0"/>
              <a:ext cx="456692" cy="122555"/>
            </a:xfrm>
            <a:custGeom>
              <a:avLst/>
              <a:gdLst/>
              <a:ahLst/>
              <a:cxnLst/>
              <a:rect l="l" t="t" r="r" b="b"/>
              <a:pathLst>
                <a:path w="456692" h="122555">
                  <a:moveTo>
                    <a:pt x="19050" y="0"/>
                  </a:moveTo>
                  <a:lnTo>
                    <a:pt x="437642" y="0"/>
                  </a:lnTo>
                  <a:cubicBezTo>
                    <a:pt x="448183" y="0"/>
                    <a:pt x="456692" y="8509"/>
                    <a:pt x="456692" y="19050"/>
                  </a:cubicBezTo>
                  <a:lnTo>
                    <a:pt x="456692" y="103505"/>
                  </a:lnTo>
                  <a:cubicBezTo>
                    <a:pt x="456692" y="114046"/>
                    <a:pt x="448183" y="122555"/>
                    <a:pt x="437642" y="122555"/>
                  </a:cubicBezTo>
                  <a:lnTo>
                    <a:pt x="19050" y="122555"/>
                  </a:lnTo>
                  <a:cubicBezTo>
                    <a:pt x="8509" y="122555"/>
                    <a:pt x="0" y="114046"/>
                    <a:pt x="0" y="103505"/>
                  </a:cubicBezTo>
                  <a:lnTo>
                    <a:pt x="0" y="19050"/>
                  </a:lnTo>
                  <a:cubicBezTo>
                    <a:pt x="0" y="8509"/>
                    <a:pt x="8509" y="0"/>
                    <a:pt x="19050" y="0"/>
                  </a:cubicBezTo>
                  <a:moveTo>
                    <a:pt x="19050" y="38100"/>
                  </a:moveTo>
                  <a:lnTo>
                    <a:pt x="19050" y="19050"/>
                  </a:lnTo>
                  <a:lnTo>
                    <a:pt x="38100" y="19050"/>
                  </a:lnTo>
                  <a:lnTo>
                    <a:pt x="38100" y="103505"/>
                  </a:lnTo>
                  <a:lnTo>
                    <a:pt x="19050" y="103505"/>
                  </a:lnTo>
                  <a:lnTo>
                    <a:pt x="19050" y="84455"/>
                  </a:lnTo>
                  <a:lnTo>
                    <a:pt x="437642" y="84455"/>
                  </a:lnTo>
                  <a:lnTo>
                    <a:pt x="437642" y="103505"/>
                  </a:lnTo>
                  <a:lnTo>
                    <a:pt x="418592" y="103505"/>
                  </a:lnTo>
                  <a:lnTo>
                    <a:pt x="418592" y="19050"/>
                  </a:lnTo>
                  <a:lnTo>
                    <a:pt x="437642" y="19050"/>
                  </a:lnTo>
                  <a:lnTo>
                    <a:pt x="437642" y="38100"/>
                  </a:lnTo>
                  <a:lnTo>
                    <a:pt x="19050" y="38100"/>
                  </a:lnTo>
                  <a:close/>
                </a:path>
              </a:pathLst>
            </a:custGeom>
            <a:solidFill>
              <a:srgbClr val="92ABDF"/>
            </a:solidFill>
          </p:spPr>
        </p:sp>
      </p:grpSp>
      <p:sp>
        <p:nvSpPr>
          <p:cNvPr id="50" name="TextBox 50"/>
          <p:cNvSpPr txBox="1"/>
          <p:nvPr>
            <p:custDataLst>
              <p:tags r:id="rId5"/>
            </p:custDataLst>
          </p:nvPr>
        </p:nvSpPr>
        <p:spPr>
          <a:xfrm>
            <a:off x="6779895" y="1802130"/>
            <a:ext cx="2245995" cy="9104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6000">
                <a:solidFill>
                  <a:srgbClr val="000000"/>
                </a:solidFill>
                <a:latin typeface="Noto Sans" panose="020B0502040504020204"/>
                <a:ea typeface="Noto Sans" panose="020B0502040504020204"/>
                <a:cs typeface="Noto Sans" panose="020B0502040504020204"/>
                <a:sym typeface="Noto Sans" panose="020B0502040504020204"/>
              </a:rPr>
              <a:t>01.</a:t>
            </a:r>
            <a:endParaRPr lang="en-US" sz="6000">
              <a:solidFill>
                <a:srgbClr val="000000"/>
              </a:solidFill>
              <a:latin typeface="Noto Sans" panose="020B0502040504020204"/>
              <a:ea typeface="Noto Sans" panose="020B0502040504020204"/>
              <a:cs typeface="Noto Sans" panose="020B0502040504020204"/>
              <a:sym typeface="Noto Sans" panose="020B0502040504020204"/>
            </a:endParaRPr>
          </a:p>
        </p:txBody>
      </p:sp>
      <p:sp>
        <p:nvSpPr>
          <p:cNvPr id="51" name="TextBox 51"/>
          <p:cNvSpPr txBox="1"/>
          <p:nvPr>
            <p:custDataLst>
              <p:tags r:id="rId6"/>
            </p:custDataLst>
          </p:nvPr>
        </p:nvSpPr>
        <p:spPr>
          <a:xfrm>
            <a:off x="8555355" y="2131695"/>
            <a:ext cx="9219248" cy="47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595959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项目背景</a:t>
            </a:r>
            <a:endParaRPr lang="en-US" sz="3000">
              <a:solidFill>
                <a:srgbClr val="595959"/>
              </a:solidFill>
              <a:latin typeface="Arimo" panose="020B0604020202020204"/>
              <a:ea typeface="Arimo" panose="020B0604020202020204"/>
              <a:cs typeface="Arimo" panose="020B0604020202020204"/>
              <a:sym typeface="Arimo" panose="020B0604020202020204"/>
            </a:endParaRPr>
          </a:p>
        </p:txBody>
      </p:sp>
      <p:sp>
        <p:nvSpPr>
          <p:cNvPr id="52" name="TextBox 52"/>
          <p:cNvSpPr txBox="1"/>
          <p:nvPr>
            <p:custDataLst>
              <p:tags r:id="rId7"/>
            </p:custDataLst>
          </p:nvPr>
        </p:nvSpPr>
        <p:spPr>
          <a:xfrm>
            <a:off x="6779895" y="2978467"/>
            <a:ext cx="2245995" cy="9104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6000">
                <a:solidFill>
                  <a:srgbClr val="000000"/>
                </a:solidFill>
                <a:latin typeface="Noto Sans" panose="020B0502040504020204"/>
                <a:ea typeface="Noto Sans" panose="020B0502040504020204"/>
                <a:cs typeface="Noto Sans" panose="020B0502040504020204"/>
                <a:sym typeface="Noto Sans" panose="020B0502040504020204"/>
              </a:rPr>
              <a:t>02.</a:t>
            </a:r>
            <a:endParaRPr lang="en-US" sz="6000">
              <a:solidFill>
                <a:srgbClr val="000000"/>
              </a:solidFill>
              <a:latin typeface="Noto Sans" panose="020B0502040504020204"/>
              <a:ea typeface="Noto Sans" panose="020B0502040504020204"/>
              <a:cs typeface="Noto Sans" panose="020B0502040504020204"/>
              <a:sym typeface="Noto Sans" panose="020B0502040504020204"/>
            </a:endParaRPr>
          </a:p>
        </p:txBody>
      </p:sp>
      <p:sp>
        <p:nvSpPr>
          <p:cNvPr id="53" name="TextBox 53"/>
          <p:cNvSpPr txBox="1"/>
          <p:nvPr>
            <p:custDataLst>
              <p:tags r:id="rId8"/>
            </p:custDataLst>
          </p:nvPr>
        </p:nvSpPr>
        <p:spPr>
          <a:xfrm>
            <a:off x="8555355" y="3308033"/>
            <a:ext cx="9219248" cy="461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zh-CN" altLang="en-US" sz="3000">
                <a:solidFill>
                  <a:srgbClr val="595959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目标与</a:t>
            </a:r>
            <a:r>
              <a:rPr lang="zh-CN" altLang="en-US" sz="3000">
                <a:solidFill>
                  <a:srgbClr val="595959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特色</a:t>
            </a:r>
            <a:endParaRPr lang="zh-CN" altLang="en-US" sz="3000">
              <a:solidFill>
                <a:srgbClr val="595959"/>
              </a:solidFill>
              <a:latin typeface="Arimo" panose="020B0604020202020204"/>
              <a:ea typeface="Arimo" panose="020B0604020202020204"/>
              <a:cs typeface="Arimo" panose="020B0604020202020204"/>
              <a:sym typeface="Arimo" panose="020B0604020202020204"/>
            </a:endParaRPr>
          </a:p>
        </p:txBody>
      </p:sp>
      <p:sp>
        <p:nvSpPr>
          <p:cNvPr id="54" name="TextBox 54"/>
          <p:cNvSpPr txBox="1"/>
          <p:nvPr>
            <p:custDataLst>
              <p:tags r:id="rId9"/>
            </p:custDataLst>
          </p:nvPr>
        </p:nvSpPr>
        <p:spPr>
          <a:xfrm>
            <a:off x="6779895" y="4132898"/>
            <a:ext cx="2245995" cy="9104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6000">
                <a:solidFill>
                  <a:srgbClr val="000000"/>
                </a:solidFill>
                <a:latin typeface="Noto Sans" panose="020B0502040504020204"/>
                <a:ea typeface="Noto Sans" panose="020B0502040504020204"/>
                <a:cs typeface="Noto Sans" panose="020B0502040504020204"/>
                <a:sym typeface="Noto Sans" panose="020B0502040504020204"/>
              </a:rPr>
              <a:t>03.</a:t>
            </a:r>
            <a:endParaRPr lang="en-US" sz="6000">
              <a:solidFill>
                <a:srgbClr val="000000"/>
              </a:solidFill>
              <a:latin typeface="Noto Sans" panose="020B0502040504020204"/>
              <a:ea typeface="Noto Sans" panose="020B0502040504020204"/>
              <a:cs typeface="Noto Sans" panose="020B0502040504020204"/>
              <a:sym typeface="Noto Sans" panose="020B0502040504020204"/>
            </a:endParaRPr>
          </a:p>
        </p:txBody>
      </p:sp>
      <p:sp>
        <p:nvSpPr>
          <p:cNvPr id="55" name="TextBox 55"/>
          <p:cNvSpPr txBox="1"/>
          <p:nvPr>
            <p:custDataLst>
              <p:tags r:id="rId10"/>
            </p:custDataLst>
          </p:nvPr>
        </p:nvSpPr>
        <p:spPr>
          <a:xfrm>
            <a:off x="8555355" y="4462462"/>
            <a:ext cx="9219248" cy="461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zh-CN" altLang="en-US" sz="3000" dirty="0">
                <a:solidFill>
                  <a:srgbClr val="595959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智能体架构及功能</a:t>
            </a:r>
            <a:endParaRPr lang="en-US" sz="3000" dirty="0">
              <a:solidFill>
                <a:srgbClr val="595959"/>
              </a:solidFill>
              <a:latin typeface="Arimo" panose="020B0604020202020204"/>
              <a:ea typeface="Arimo" panose="020B0604020202020204"/>
              <a:cs typeface="Arimo" panose="020B0604020202020204"/>
              <a:sym typeface="Arimo" panose="020B0604020202020204"/>
            </a:endParaRPr>
          </a:p>
        </p:txBody>
      </p:sp>
      <p:grpSp>
        <p:nvGrpSpPr>
          <p:cNvPr id="63" name="组合 62"/>
          <p:cNvGrpSpPr/>
          <p:nvPr>
            <p:custDataLst>
              <p:tags r:id="rId11"/>
            </p:custDataLst>
          </p:nvPr>
        </p:nvGrpSpPr>
        <p:grpSpPr>
          <a:xfrm>
            <a:off x="6781800" y="5375910"/>
            <a:ext cx="10994390" cy="923290"/>
            <a:chOff x="10680" y="8466"/>
            <a:chExt cx="17314" cy="1454"/>
          </a:xfrm>
        </p:grpSpPr>
        <p:grpSp>
          <p:nvGrpSpPr>
            <p:cNvPr id="26" name="Group 26"/>
            <p:cNvGrpSpPr/>
            <p:nvPr/>
          </p:nvGrpSpPr>
          <p:grpSpPr>
            <a:xfrm>
              <a:off x="10798" y="8720"/>
              <a:ext cx="367" cy="877"/>
              <a:chOff x="0" y="0"/>
              <a:chExt cx="311150" cy="742950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1778" y="18669"/>
                <a:ext cx="307594" cy="705612"/>
              </a:xfrm>
              <a:custGeom>
                <a:avLst/>
                <a:gdLst/>
                <a:ahLst/>
                <a:cxnLst/>
                <a:rect l="l" t="t" r="r" b="b"/>
                <a:pathLst>
                  <a:path w="307594" h="705612">
                    <a:moveTo>
                      <a:pt x="307594" y="19812"/>
                    </a:moveTo>
                    <a:lnTo>
                      <a:pt x="53594" y="705612"/>
                    </a:lnTo>
                    <a:lnTo>
                      <a:pt x="0" y="685800"/>
                    </a:lnTo>
                    <a:lnTo>
                      <a:pt x="254000" y="0"/>
                    </a:lnTo>
                    <a:close/>
                  </a:path>
                </a:pathLst>
              </a:custGeom>
              <a:solidFill>
                <a:srgbClr val="577FD2"/>
              </a:solidFill>
            </p:spPr>
          </p:sp>
        </p:grpSp>
        <p:grpSp>
          <p:nvGrpSpPr>
            <p:cNvPr id="62" name="组合 61"/>
            <p:cNvGrpSpPr/>
            <p:nvPr>
              <p:custDataLst>
                <p:tags r:id="rId12"/>
              </p:custDataLst>
            </p:nvPr>
          </p:nvGrpSpPr>
          <p:grpSpPr>
            <a:xfrm>
              <a:off x="10680" y="8466"/>
              <a:ext cx="17314" cy="1454"/>
              <a:chOff x="10677" y="10135"/>
              <a:chExt cx="17314" cy="1454"/>
            </a:xfrm>
          </p:grpSpPr>
          <p:sp>
            <p:nvSpPr>
              <p:cNvPr id="58" name="TextBox 58"/>
              <p:cNvSpPr txBox="1"/>
              <p:nvPr>
                <p:custDataLst>
                  <p:tags r:id="rId13"/>
                </p:custDataLst>
              </p:nvPr>
            </p:nvSpPr>
            <p:spPr>
              <a:xfrm>
                <a:off x="10677" y="10135"/>
                <a:ext cx="3537" cy="1454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ctr">
                  <a:lnSpc>
                    <a:spcPts val="7200"/>
                  </a:lnSpc>
                </a:pPr>
                <a:r>
                  <a:rPr lang="en-US" sz="6000">
                    <a:solidFill>
                      <a:srgbClr val="000000"/>
                    </a:solidFill>
                    <a:latin typeface="Noto Sans" panose="020B0502040504020204"/>
                    <a:ea typeface="Noto Sans" panose="020B0502040504020204"/>
                    <a:cs typeface="Noto Sans" panose="020B0502040504020204"/>
                    <a:sym typeface="Noto Sans" panose="020B0502040504020204"/>
                  </a:rPr>
                  <a:t>04.</a:t>
                </a:r>
                <a:endParaRPr lang="en-US" sz="6000">
                  <a:solidFill>
                    <a:srgbClr val="000000"/>
                  </a:solidFill>
                  <a:latin typeface="Noto Sans" panose="020B0502040504020204"/>
                  <a:ea typeface="Noto Sans" panose="020B0502040504020204"/>
                  <a:cs typeface="Noto Sans" panose="020B0502040504020204"/>
                  <a:sym typeface="Noto Sans" panose="020B0502040504020204"/>
                </a:endParaRPr>
              </a:p>
            </p:txBody>
          </p:sp>
          <p:sp>
            <p:nvSpPr>
              <p:cNvPr id="59" name="TextBox 59"/>
              <p:cNvSpPr txBox="1"/>
              <p:nvPr>
                <p:custDataLst>
                  <p:tags r:id="rId14"/>
                </p:custDataLst>
              </p:nvPr>
            </p:nvSpPr>
            <p:spPr>
              <a:xfrm>
                <a:off x="13473" y="10654"/>
                <a:ext cx="14519" cy="727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l">
                  <a:lnSpc>
                    <a:spcPts val="3600"/>
                  </a:lnSpc>
                </a:pPr>
                <a:r>
                  <a:rPr lang="zh-CN" altLang="en-US" sz="3000" dirty="0">
                    <a:solidFill>
                      <a:srgbClr val="595959"/>
                    </a:solidFill>
                    <a:latin typeface="Arimo" panose="020B0604020202020204"/>
                    <a:ea typeface="Arimo" panose="020B0604020202020204"/>
                    <a:cs typeface="Arimo" panose="020B0604020202020204"/>
                    <a:sym typeface="Arimo" panose="020B0604020202020204"/>
                  </a:rPr>
                  <a:t>应用场景</a:t>
                </a:r>
                <a:endParaRPr lang="en-US" sz="3000" dirty="0">
                  <a:solidFill>
                    <a:srgbClr val="595959"/>
                  </a:solidFill>
                  <a:latin typeface="Arimo" panose="020B0604020202020204"/>
                  <a:ea typeface="Arimo" panose="020B0604020202020204"/>
                  <a:cs typeface="Arimo" panose="020B0604020202020204"/>
                  <a:sym typeface="Arimo" panose="020B0604020202020204"/>
                </a:endParaRPr>
              </a:p>
            </p:txBody>
          </p:sp>
        </p:grpSp>
      </p:grpSp>
      <p:grpSp>
        <p:nvGrpSpPr>
          <p:cNvPr id="67" name="组合 66"/>
          <p:cNvGrpSpPr/>
          <p:nvPr>
            <p:custDataLst>
              <p:tags r:id="rId15"/>
            </p:custDataLst>
          </p:nvPr>
        </p:nvGrpSpPr>
        <p:grpSpPr>
          <a:xfrm>
            <a:off x="6705600" y="6576060"/>
            <a:ext cx="10995025" cy="923290"/>
            <a:chOff x="10560" y="10356"/>
            <a:chExt cx="17315" cy="1454"/>
          </a:xfrm>
        </p:grpSpPr>
        <p:grpSp>
          <p:nvGrpSpPr>
            <p:cNvPr id="28" name="Group 28"/>
            <p:cNvGrpSpPr/>
            <p:nvPr/>
          </p:nvGrpSpPr>
          <p:grpSpPr>
            <a:xfrm>
              <a:off x="10918" y="10577"/>
              <a:ext cx="367" cy="877"/>
              <a:chOff x="0" y="0"/>
              <a:chExt cx="311150" cy="74295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1778" y="18669"/>
                <a:ext cx="307594" cy="705612"/>
              </a:xfrm>
              <a:custGeom>
                <a:avLst/>
                <a:gdLst/>
                <a:ahLst/>
                <a:cxnLst/>
                <a:rect l="l" t="t" r="r" b="b"/>
                <a:pathLst>
                  <a:path w="307594" h="705612">
                    <a:moveTo>
                      <a:pt x="307594" y="19812"/>
                    </a:moveTo>
                    <a:lnTo>
                      <a:pt x="53594" y="705612"/>
                    </a:lnTo>
                    <a:lnTo>
                      <a:pt x="0" y="685800"/>
                    </a:lnTo>
                    <a:lnTo>
                      <a:pt x="254000" y="0"/>
                    </a:lnTo>
                    <a:close/>
                  </a:path>
                </a:pathLst>
              </a:custGeom>
              <a:solidFill>
                <a:srgbClr val="577FD2"/>
              </a:solidFill>
            </p:spPr>
          </p:sp>
        </p:grpSp>
        <p:grpSp>
          <p:nvGrpSpPr>
            <p:cNvPr id="66" name="组合 65"/>
            <p:cNvGrpSpPr/>
            <p:nvPr/>
          </p:nvGrpSpPr>
          <p:grpSpPr>
            <a:xfrm>
              <a:off x="10560" y="10356"/>
              <a:ext cx="17315" cy="1454"/>
              <a:chOff x="10677" y="11963"/>
              <a:chExt cx="17315" cy="1454"/>
            </a:xfrm>
          </p:grpSpPr>
          <p:sp>
            <p:nvSpPr>
              <p:cNvPr id="60" name="TextBox 60"/>
              <p:cNvSpPr txBox="1"/>
              <p:nvPr>
                <p:custDataLst>
                  <p:tags r:id="rId16"/>
                </p:custDataLst>
              </p:nvPr>
            </p:nvSpPr>
            <p:spPr>
              <a:xfrm>
                <a:off x="10677" y="11963"/>
                <a:ext cx="3537" cy="1454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ctr">
                  <a:lnSpc>
                    <a:spcPts val="7200"/>
                  </a:lnSpc>
                </a:pPr>
                <a:r>
                  <a:rPr lang="en-US" sz="6000">
                    <a:solidFill>
                      <a:srgbClr val="000000"/>
                    </a:solidFill>
                    <a:latin typeface="Noto Sans" panose="020B0502040504020204"/>
                    <a:ea typeface="Noto Sans" panose="020B0502040504020204"/>
                    <a:cs typeface="Noto Sans" panose="020B0502040504020204"/>
                    <a:sym typeface="Noto Sans" panose="020B0502040504020204"/>
                  </a:rPr>
                  <a:t>05.</a:t>
                </a:r>
                <a:endParaRPr lang="en-US" sz="6000">
                  <a:solidFill>
                    <a:srgbClr val="000000"/>
                  </a:solidFill>
                  <a:latin typeface="Noto Sans" panose="020B0502040504020204"/>
                  <a:ea typeface="Noto Sans" panose="020B0502040504020204"/>
                  <a:cs typeface="Noto Sans" panose="020B0502040504020204"/>
                  <a:sym typeface="Noto Sans" panose="020B0502040504020204"/>
                </a:endParaRPr>
              </a:p>
            </p:txBody>
          </p:sp>
          <p:sp>
            <p:nvSpPr>
              <p:cNvPr id="61" name="TextBox 61"/>
              <p:cNvSpPr txBox="1"/>
              <p:nvPr>
                <p:custDataLst>
                  <p:tags r:id="rId17"/>
                </p:custDataLst>
              </p:nvPr>
            </p:nvSpPr>
            <p:spPr>
              <a:xfrm>
                <a:off x="13473" y="12481"/>
                <a:ext cx="14519" cy="727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l">
                  <a:lnSpc>
                    <a:spcPts val="3600"/>
                  </a:lnSpc>
                </a:pPr>
                <a:r>
                  <a:rPr lang="zh-CN" altLang="en-US" sz="3000" dirty="0">
                    <a:solidFill>
                      <a:srgbClr val="595959"/>
                    </a:solidFill>
                    <a:latin typeface="Arimo" panose="020B0604020202020204"/>
                    <a:ea typeface="Arimo" panose="020B0604020202020204"/>
                    <a:cs typeface="Arimo" panose="020B0604020202020204"/>
                    <a:sym typeface="Arimo" panose="020B0604020202020204"/>
                  </a:rPr>
                  <a:t>未来</a:t>
                </a:r>
                <a:r>
                  <a:rPr lang="zh-CN" altLang="en-US" sz="3000" dirty="0">
                    <a:solidFill>
                      <a:srgbClr val="595959"/>
                    </a:solidFill>
                    <a:latin typeface="Arimo" panose="020B0604020202020204"/>
                    <a:ea typeface="Arimo" panose="020B0604020202020204"/>
                    <a:cs typeface="Arimo" panose="020B0604020202020204"/>
                    <a:sym typeface="Arimo" panose="020B0604020202020204"/>
                  </a:rPr>
                  <a:t>目标</a:t>
                </a:r>
                <a:endParaRPr lang="zh-CN" altLang="en-US" sz="3000" dirty="0">
                  <a:solidFill>
                    <a:srgbClr val="595959"/>
                  </a:solidFill>
                  <a:latin typeface="Arimo" panose="020B0604020202020204"/>
                  <a:ea typeface="Arimo" panose="020B0604020202020204"/>
                  <a:cs typeface="Arimo" panose="020B0604020202020204"/>
                  <a:sym typeface="Arimo" panose="020B0604020202020204"/>
                </a:endParaRPr>
              </a:p>
            </p:txBody>
          </p:sp>
        </p:grpSp>
      </p:grp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https://kimi-img.moonshot.cn/pub/slides/slides_tmpl/image/25-09-04-11:33:06-d2sggsm1bb2p4onbon10.jp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/>
              </a:stretch>
            </a:blipFill>
          </p:spPr>
        </p:sp>
      </p:grp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0" y="3703320"/>
            <a:ext cx="7774305" cy="2752725"/>
            <a:chOff x="0" y="0"/>
            <a:chExt cx="10365740" cy="3670300"/>
          </a:xfrm>
        </p:grpSpPr>
        <p:sp>
          <p:nvSpPr>
            <p:cNvPr id="5" name="Freeform 5" descr="https://kimi-img.moonshot.cn/pub/slides/slides_tmpl/image/25-09-04-11:33:05-d2sggse1bb2p4onbomv0.png"/>
            <p:cNvSpPr/>
            <p:nvPr/>
          </p:nvSpPr>
          <p:spPr>
            <a:xfrm>
              <a:off x="0" y="0"/>
              <a:ext cx="10365740" cy="3670300"/>
            </a:xfrm>
            <a:custGeom>
              <a:avLst/>
              <a:gdLst/>
              <a:ahLst/>
              <a:cxnLst/>
              <a:rect l="l" t="t" r="r" b="b"/>
              <a:pathLst>
                <a:path w="10365740" h="3670300">
                  <a:moveTo>
                    <a:pt x="0" y="0"/>
                  </a:moveTo>
                  <a:lnTo>
                    <a:pt x="10365740" y="0"/>
                  </a:lnTo>
                  <a:lnTo>
                    <a:pt x="10365740" y="3670300"/>
                  </a:lnTo>
                  <a:lnTo>
                    <a:pt x="0" y="3670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62" b="-62"/>
              </a:stretch>
            </a:blipFill>
          </p:spPr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10666243" y="4890612"/>
            <a:ext cx="2552700" cy="2552700"/>
            <a:chOff x="0" y="0"/>
            <a:chExt cx="3403600" cy="3403600"/>
          </a:xfrm>
        </p:grpSpPr>
        <p:sp>
          <p:nvSpPr>
            <p:cNvPr id="7" name="Freeform 7" descr="https://kimi-img.moonshot.cn/pub/slides/slides_tmpl/image/25-09-04-11:33:05-d2sggse1bb2p4onbomvg.png"/>
            <p:cNvSpPr/>
            <p:nvPr/>
          </p:nvSpPr>
          <p:spPr>
            <a:xfrm>
              <a:off x="0" y="0"/>
              <a:ext cx="3403600" cy="3403600"/>
            </a:xfrm>
            <a:custGeom>
              <a:avLst/>
              <a:gdLst/>
              <a:ahLst/>
              <a:cxnLst/>
              <a:rect l="l" t="t" r="r" b="b"/>
              <a:pathLst>
                <a:path w="3403600" h="3403600">
                  <a:moveTo>
                    <a:pt x="0" y="0"/>
                  </a:moveTo>
                  <a:lnTo>
                    <a:pt x="3403600" y="0"/>
                  </a:lnTo>
                  <a:lnTo>
                    <a:pt x="3403600" y="3403600"/>
                  </a:lnTo>
                  <a:lnTo>
                    <a:pt x="0" y="3403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8" name="Group 8"/>
          <p:cNvGrpSpPr>
            <a:grpSpLocks noChangeAspect="1"/>
          </p:cNvGrpSpPr>
          <p:nvPr/>
        </p:nvGrpSpPr>
        <p:grpSpPr>
          <a:xfrm>
            <a:off x="11416665" y="3043238"/>
            <a:ext cx="4186238" cy="4200525"/>
            <a:chOff x="0" y="0"/>
            <a:chExt cx="5581650" cy="5600700"/>
          </a:xfrm>
        </p:grpSpPr>
        <p:sp>
          <p:nvSpPr>
            <p:cNvPr id="9" name="Freeform 9" descr="https://kimi-img.moonshot.cn/pub/slides/slides_tmpl/image/25-09-04-11:33:06-d2sggsm1bb2p4onbon0g.png"/>
            <p:cNvSpPr/>
            <p:nvPr/>
          </p:nvSpPr>
          <p:spPr>
            <a:xfrm>
              <a:off x="0" y="0"/>
              <a:ext cx="5581650" cy="5600700"/>
            </a:xfrm>
            <a:custGeom>
              <a:avLst/>
              <a:gdLst/>
              <a:ahLst/>
              <a:cxnLst/>
              <a:rect l="l" t="t" r="r" b="b"/>
              <a:pathLst>
                <a:path w="5581650" h="5600700">
                  <a:moveTo>
                    <a:pt x="0" y="0"/>
                  </a:moveTo>
                  <a:lnTo>
                    <a:pt x="5581650" y="0"/>
                  </a:lnTo>
                  <a:lnTo>
                    <a:pt x="5581650" y="5600700"/>
                  </a:lnTo>
                  <a:lnTo>
                    <a:pt x="0" y="5600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10" name="Group 10"/>
          <p:cNvGrpSpPr>
            <a:grpSpLocks noChangeAspect="1"/>
          </p:cNvGrpSpPr>
          <p:nvPr/>
        </p:nvGrpSpPr>
        <p:grpSpPr>
          <a:xfrm rot="-5400000">
            <a:off x="15998190" y="-12383"/>
            <a:ext cx="394335" cy="1755457"/>
            <a:chOff x="0" y="0"/>
            <a:chExt cx="525780" cy="2340610"/>
          </a:xfrm>
        </p:grpSpPr>
        <p:sp>
          <p:nvSpPr>
            <p:cNvPr id="11" name="Freeform 11" descr="https://kimi-img.moonshot.cn/pub/slides/slides_tmpl/image/25-09-04-11:33:04-d2sggs61bb2p4onbomu0.png"/>
            <p:cNvSpPr/>
            <p:nvPr/>
          </p:nvSpPr>
          <p:spPr>
            <a:xfrm>
              <a:off x="0" y="0"/>
              <a:ext cx="525780" cy="2340610"/>
            </a:xfrm>
            <a:custGeom>
              <a:avLst/>
              <a:gdLst/>
              <a:ahLst/>
              <a:cxnLst/>
              <a:rect l="l" t="t" r="r" b="b"/>
              <a:pathLst>
                <a:path w="525780" h="2340610">
                  <a:moveTo>
                    <a:pt x="0" y="0"/>
                  </a:moveTo>
                  <a:lnTo>
                    <a:pt x="525780" y="0"/>
                  </a:lnTo>
                  <a:lnTo>
                    <a:pt x="525780" y="2340610"/>
                  </a:lnTo>
                  <a:lnTo>
                    <a:pt x="0" y="23406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40000"/>
              </a:blip>
              <a:stretch>
                <a:fillRect l="-261" r="-261"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12387018" y="4027647"/>
            <a:ext cx="2245533" cy="20528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00"/>
              </a:lnSpc>
            </a:pPr>
            <a:r>
              <a:rPr lang="en-US" sz="12750">
                <a:solidFill>
                  <a:srgbClr val="F2F7FA"/>
                </a:solidFill>
                <a:latin typeface="Noto Sans" panose="020B0502040504020204"/>
                <a:ea typeface="Noto Sans" panose="020B0502040504020204"/>
                <a:cs typeface="Noto Sans" panose="020B0502040504020204"/>
                <a:sym typeface="Noto Sans" panose="020B0502040504020204"/>
              </a:rPr>
              <a:t>01</a:t>
            </a:r>
            <a:endParaRPr lang="en-US" sz="12750">
              <a:solidFill>
                <a:srgbClr val="F2F7FA"/>
              </a:solidFill>
              <a:latin typeface="Noto Sans" panose="020B0502040504020204"/>
              <a:ea typeface="Noto Sans" panose="020B0502040504020204"/>
              <a:cs typeface="Noto Sans" panose="020B0502040504020204"/>
              <a:sym typeface="Noto Sans" panose="020B0502040504020204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970597" y="4716780"/>
            <a:ext cx="11471910" cy="800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20"/>
              </a:lnSpc>
            </a:pPr>
            <a:r>
              <a:rPr lang="en-US" sz="5100">
                <a:solidFill>
                  <a:srgbClr val="0D0D0D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项目背景</a:t>
            </a:r>
            <a:endParaRPr lang="en-US" sz="5100">
              <a:solidFill>
                <a:srgbClr val="0D0D0D"/>
              </a:solidFill>
              <a:latin typeface="Arimo" panose="020B0604020202020204"/>
              <a:ea typeface="Arimo" panose="020B0604020202020204"/>
              <a:cs typeface="Arimo" panose="020B0604020202020204"/>
              <a:sym typeface="Arimo" panose="020B0604020202020204"/>
            </a:endParaRPr>
          </a:p>
        </p:txBody>
      </p:sp>
      <p:grpSp>
        <p:nvGrpSpPr>
          <p:cNvPr id="14" name="Group 14"/>
          <p:cNvGrpSpPr/>
          <p:nvPr/>
        </p:nvGrpSpPr>
        <p:grpSpPr>
          <a:xfrm>
            <a:off x="13970677" y="9491705"/>
            <a:ext cx="3109912" cy="14288"/>
            <a:chOff x="0" y="0"/>
            <a:chExt cx="4146550" cy="19050"/>
          </a:xfrm>
        </p:grpSpPr>
        <p:sp>
          <p:nvSpPr>
            <p:cNvPr id="15" name="Freeform 15"/>
            <p:cNvSpPr/>
            <p:nvPr/>
          </p:nvSpPr>
          <p:spPr>
            <a:xfrm>
              <a:off x="9525" y="0"/>
              <a:ext cx="4127500" cy="19050"/>
            </a:xfrm>
            <a:custGeom>
              <a:avLst/>
              <a:gdLst/>
              <a:ahLst/>
              <a:cxnLst/>
              <a:rect l="l" t="t" r="r" b="b"/>
              <a:pathLst>
                <a:path w="4127500" h="19050">
                  <a:moveTo>
                    <a:pt x="0" y="0"/>
                  </a:moveTo>
                  <a:lnTo>
                    <a:pt x="4127500" y="0"/>
                  </a:lnTo>
                  <a:lnTo>
                    <a:pt x="41275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000000">
                <a:alpha val="4706"/>
              </a:srgbClr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854698" y="737850"/>
            <a:ext cx="333009" cy="82396"/>
            <a:chOff x="0" y="0"/>
            <a:chExt cx="444012" cy="109862"/>
          </a:xfrm>
        </p:grpSpPr>
        <p:sp>
          <p:nvSpPr>
            <p:cNvPr id="17" name="Freeform 17"/>
            <p:cNvSpPr/>
            <p:nvPr/>
          </p:nvSpPr>
          <p:spPr>
            <a:xfrm>
              <a:off x="12700" y="12700"/>
              <a:ext cx="418592" cy="84455"/>
            </a:xfrm>
            <a:custGeom>
              <a:avLst/>
              <a:gdLst/>
              <a:ahLst/>
              <a:cxnLst/>
              <a:rect l="l" t="t" r="r" b="b"/>
              <a:pathLst>
                <a:path w="418592" h="84455">
                  <a:moveTo>
                    <a:pt x="0" y="0"/>
                  </a:moveTo>
                  <a:lnTo>
                    <a:pt x="418592" y="0"/>
                  </a:lnTo>
                  <a:lnTo>
                    <a:pt x="418592" y="84455"/>
                  </a:lnTo>
                  <a:lnTo>
                    <a:pt x="0" y="84455"/>
                  </a:lnTo>
                  <a:close/>
                </a:path>
              </a:pathLst>
            </a:custGeom>
            <a:solidFill>
              <a:srgbClr val="92ABDF"/>
            </a:solidFill>
          </p:spPr>
        </p:sp>
        <p:sp>
          <p:nvSpPr>
            <p:cNvPr id="18" name="Freeform 18"/>
            <p:cNvSpPr/>
            <p:nvPr/>
          </p:nvSpPr>
          <p:spPr>
            <a:xfrm>
              <a:off x="0" y="0"/>
              <a:ext cx="443992" cy="109855"/>
            </a:xfrm>
            <a:custGeom>
              <a:avLst/>
              <a:gdLst/>
              <a:ahLst/>
              <a:cxnLst/>
              <a:rect l="l" t="t" r="r" b="b"/>
              <a:pathLst>
                <a:path w="443992" h="109855">
                  <a:moveTo>
                    <a:pt x="12700" y="0"/>
                  </a:moveTo>
                  <a:lnTo>
                    <a:pt x="431292" y="0"/>
                  </a:lnTo>
                  <a:cubicBezTo>
                    <a:pt x="438277" y="0"/>
                    <a:pt x="443992" y="5715"/>
                    <a:pt x="443992" y="12700"/>
                  </a:cubicBezTo>
                  <a:lnTo>
                    <a:pt x="443992" y="97155"/>
                  </a:lnTo>
                  <a:cubicBezTo>
                    <a:pt x="443992" y="104140"/>
                    <a:pt x="438277" y="109855"/>
                    <a:pt x="431292" y="109855"/>
                  </a:cubicBezTo>
                  <a:lnTo>
                    <a:pt x="12700" y="109855"/>
                  </a:lnTo>
                  <a:cubicBezTo>
                    <a:pt x="5715" y="109855"/>
                    <a:pt x="0" y="104140"/>
                    <a:pt x="0" y="97155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97155"/>
                  </a:lnTo>
                  <a:lnTo>
                    <a:pt x="12700" y="97155"/>
                  </a:lnTo>
                  <a:lnTo>
                    <a:pt x="12700" y="84455"/>
                  </a:lnTo>
                  <a:lnTo>
                    <a:pt x="431292" y="84455"/>
                  </a:lnTo>
                  <a:lnTo>
                    <a:pt x="431292" y="97155"/>
                  </a:lnTo>
                  <a:lnTo>
                    <a:pt x="418592" y="97155"/>
                  </a:lnTo>
                  <a:lnTo>
                    <a:pt x="418592" y="12700"/>
                  </a:lnTo>
                  <a:lnTo>
                    <a:pt x="431292" y="12700"/>
                  </a:lnTo>
                  <a:lnTo>
                    <a:pt x="431292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92ABDF"/>
            </a:solidFill>
          </p:spPr>
        </p:sp>
      </p:grpSp>
      <p:grpSp>
        <p:nvGrpSpPr>
          <p:cNvPr id="19" name="Group 19"/>
          <p:cNvGrpSpPr/>
          <p:nvPr/>
        </p:nvGrpSpPr>
        <p:grpSpPr>
          <a:xfrm>
            <a:off x="854698" y="883311"/>
            <a:ext cx="333009" cy="82396"/>
            <a:chOff x="0" y="0"/>
            <a:chExt cx="444012" cy="109862"/>
          </a:xfrm>
        </p:grpSpPr>
        <p:sp>
          <p:nvSpPr>
            <p:cNvPr id="20" name="Freeform 20"/>
            <p:cNvSpPr/>
            <p:nvPr/>
          </p:nvSpPr>
          <p:spPr>
            <a:xfrm>
              <a:off x="12700" y="12700"/>
              <a:ext cx="418592" cy="84455"/>
            </a:xfrm>
            <a:custGeom>
              <a:avLst/>
              <a:gdLst/>
              <a:ahLst/>
              <a:cxnLst/>
              <a:rect l="l" t="t" r="r" b="b"/>
              <a:pathLst>
                <a:path w="418592" h="84455">
                  <a:moveTo>
                    <a:pt x="0" y="0"/>
                  </a:moveTo>
                  <a:lnTo>
                    <a:pt x="418592" y="0"/>
                  </a:lnTo>
                  <a:lnTo>
                    <a:pt x="418592" y="84455"/>
                  </a:lnTo>
                  <a:lnTo>
                    <a:pt x="0" y="84455"/>
                  </a:lnTo>
                  <a:close/>
                </a:path>
              </a:pathLst>
            </a:custGeom>
            <a:solidFill>
              <a:srgbClr val="92ABDF"/>
            </a:solidFill>
          </p:spPr>
        </p:sp>
        <p:sp>
          <p:nvSpPr>
            <p:cNvPr id="21" name="Freeform 21"/>
            <p:cNvSpPr/>
            <p:nvPr/>
          </p:nvSpPr>
          <p:spPr>
            <a:xfrm>
              <a:off x="0" y="0"/>
              <a:ext cx="443992" cy="109855"/>
            </a:xfrm>
            <a:custGeom>
              <a:avLst/>
              <a:gdLst/>
              <a:ahLst/>
              <a:cxnLst/>
              <a:rect l="l" t="t" r="r" b="b"/>
              <a:pathLst>
                <a:path w="443992" h="109855">
                  <a:moveTo>
                    <a:pt x="12700" y="0"/>
                  </a:moveTo>
                  <a:lnTo>
                    <a:pt x="431292" y="0"/>
                  </a:lnTo>
                  <a:cubicBezTo>
                    <a:pt x="438277" y="0"/>
                    <a:pt x="443992" y="5715"/>
                    <a:pt x="443992" y="12700"/>
                  </a:cubicBezTo>
                  <a:lnTo>
                    <a:pt x="443992" y="97155"/>
                  </a:lnTo>
                  <a:cubicBezTo>
                    <a:pt x="443992" y="104140"/>
                    <a:pt x="438277" y="109855"/>
                    <a:pt x="431292" y="109855"/>
                  </a:cubicBezTo>
                  <a:lnTo>
                    <a:pt x="12700" y="109855"/>
                  </a:lnTo>
                  <a:cubicBezTo>
                    <a:pt x="5715" y="109855"/>
                    <a:pt x="0" y="104140"/>
                    <a:pt x="0" y="97155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97155"/>
                  </a:lnTo>
                  <a:lnTo>
                    <a:pt x="12700" y="97155"/>
                  </a:lnTo>
                  <a:lnTo>
                    <a:pt x="12700" y="84455"/>
                  </a:lnTo>
                  <a:lnTo>
                    <a:pt x="431292" y="84455"/>
                  </a:lnTo>
                  <a:lnTo>
                    <a:pt x="431292" y="97155"/>
                  </a:lnTo>
                  <a:lnTo>
                    <a:pt x="418592" y="97155"/>
                  </a:lnTo>
                  <a:lnTo>
                    <a:pt x="418592" y="12700"/>
                  </a:lnTo>
                  <a:lnTo>
                    <a:pt x="431292" y="12700"/>
                  </a:lnTo>
                  <a:lnTo>
                    <a:pt x="431292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92ABDF"/>
            </a:solidFill>
          </p:spPr>
        </p:sp>
      </p:grpSp>
      <p:grpSp>
        <p:nvGrpSpPr>
          <p:cNvPr id="22" name="Group 22"/>
          <p:cNvGrpSpPr/>
          <p:nvPr/>
        </p:nvGrpSpPr>
        <p:grpSpPr>
          <a:xfrm>
            <a:off x="854698" y="1028772"/>
            <a:ext cx="333009" cy="82396"/>
            <a:chOff x="0" y="0"/>
            <a:chExt cx="444012" cy="109862"/>
          </a:xfrm>
        </p:grpSpPr>
        <p:sp>
          <p:nvSpPr>
            <p:cNvPr id="23" name="Freeform 23"/>
            <p:cNvSpPr/>
            <p:nvPr/>
          </p:nvSpPr>
          <p:spPr>
            <a:xfrm>
              <a:off x="12700" y="12700"/>
              <a:ext cx="418592" cy="84455"/>
            </a:xfrm>
            <a:custGeom>
              <a:avLst/>
              <a:gdLst/>
              <a:ahLst/>
              <a:cxnLst/>
              <a:rect l="l" t="t" r="r" b="b"/>
              <a:pathLst>
                <a:path w="418592" h="84455">
                  <a:moveTo>
                    <a:pt x="0" y="0"/>
                  </a:moveTo>
                  <a:lnTo>
                    <a:pt x="418592" y="0"/>
                  </a:lnTo>
                  <a:lnTo>
                    <a:pt x="418592" y="84455"/>
                  </a:lnTo>
                  <a:lnTo>
                    <a:pt x="0" y="84455"/>
                  </a:lnTo>
                  <a:close/>
                </a:path>
              </a:pathLst>
            </a:custGeom>
            <a:solidFill>
              <a:srgbClr val="92ABDF"/>
            </a:solidFill>
          </p:spPr>
        </p:sp>
        <p:sp>
          <p:nvSpPr>
            <p:cNvPr id="24" name="Freeform 24"/>
            <p:cNvSpPr/>
            <p:nvPr/>
          </p:nvSpPr>
          <p:spPr>
            <a:xfrm>
              <a:off x="0" y="0"/>
              <a:ext cx="443992" cy="109855"/>
            </a:xfrm>
            <a:custGeom>
              <a:avLst/>
              <a:gdLst/>
              <a:ahLst/>
              <a:cxnLst/>
              <a:rect l="l" t="t" r="r" b="b"/>
              <a:pathLst>
                <a:path w="443992" h="109855">
                  <a:moveTo>
                    <a:pt x="12700" y="0"/>
                  </a:moveTo>
                  <a:lnTo>
                    <a:pt x="431292" y="0"/>
                  </a:lnTo>
                  <a:cubicBezTo>
                    <a:pt x="438277" y="0"/>
                    <a:pt x="443992" y="5715"/>
                    <a:pt x="443992" y="12700"/>
                  </a:cubicBezTo>
                  <a:lnTo>
                    <a:pt x="443992" y="97155"/>
                  </a:lnTo>
                  <a:cubicBezTo>
                    <a:pt x="443992" y="104140"/>
                    <a:pt x="438277" y="109855"/>
                    <a:pt x="431292" y="109855"/>
                  </a:cubicBezTo>
                  <a:lnTo>
                    <a:pt x="12700" y="109855"/>
                  </a:lnTo>
                  <a:cubicBezTo>
                    <a:pt x="5715" y="109855"/>
                    <a:pt x="0" y="104140"/>
                    <a:pt x="0" y="97155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97155"/>
                  </a:lnTo>
                  <a:lnTo>
                    <a:pt x="12700" y="97155"/>
                  </a:lnTo>
                  <a:lnTo>
                    <a:pt x="12700" y="84455"/>
                  </a:lnTo>
                  <a:lnTo>
                    <a:pt x="431292" y="84455"/>
                  </a:lnTo>
                  <a:lnTo>
                    <a:pt x="431292" y="97155"/>
                  </a:lnTo>
                  <a:lnTo>
                    <a:pt x="418592" y="97155"/>
                  </a:lnTo>
                  <a:lnTo>
                    <a:pt x="418592" y="12700"/>
                  </a:lnTo>
                  <a:lnTo>
                    <a:pt x="431292" y="12700"/>
                  </a:lnTo>
                  <a:lnTo>
                    <a:pt x="431292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92ABDF"/>
            </a:solidFill>
          </p:spPr>
        </p:sp>
      </p:grpSp>
      <p:grpSp>
        <p:nvGrpSpPr>
          <p:cNvPr id="25" name="Group 25"/>
          <p:cNvGrpSpPr/>
          <p:nvPr/>
        </p:nvGrpSpPr>
        <p:grpSpPr>
          <a:xfrm>
            <a:off x="782811" y="9200778"/>
            <a:ext cx="342534" cy="91922"/>
            <a:chOff x="0" y="0"/>
            <a:chExt cx="456712" cy="122562"/>
          </a:xfrm>
        </p:grpSpPr>
        <p:sp>
          <p:nvSpPr>
            <p:cNvPr id="26" name="Freeform 26"/>
            <p:cNvSpPr/>
            <p:nvPr/>
          </p:nvSpPr>
          <p:spPr>
            <a:xfrm>
              <a:off x="19050" y="19050"/>
              <a:ext cx="418592" cy="84455"/>
            </a:xfrm>
            <a:custGeom>
              <a:avLst/>
              <a:gdLst/>
              <a:ahLst/>
              <a:cxnLst/>
              <a:rect l="l" t="t" r="r" b="b"/>
              <a:pathLst>
                <a:path w="418592" h="84455">
                  <a:moveTo>
                    <a:pt x="0" y="0"/>
                  </a:moveTo>
                  <a:lnTo>
                    <a:pt x="418592" y="0"/>
                  </a:lnTo>
                  <a:lnTo>
                    <a:pt x="418592" y="84455"/>
                  </a:lnTo>
                  <a:lnTo>
                    <a:pt x="0" y="84455"/>
                  </a:lnTo>
                  <a:close/>
                </a:path>
              </a:pathLst>
            </a:custGeom>
            <a:solidFill>
              <a:srgbClr val="92ABDF"/>
            </a:solidFill>
          </p:spPr>
        </p:sp>
        <p:sp>
          <p:nvSpPr>
            <p:cNvPr id="27" name="Freeform 27"/>
            <p:cNvSpPr/>
            <p:nvPr/>
          </p:nvSpPr>
          <p:spPr>
            <a:xfrm>
              <a:off x="0" y="0"/>
              <a:ext cx="456692" cy="122555"/>
            </a:xfrm>
            <a:custGeom>
              <a:avLst/>
              <a:gdLst/>
              <a:ahLst/>
              <a:cxnLst/>
              <a:rect l="l" t="t" r="r" b="b"/>
              <a:pathLst>
                <a:path w="456692" h="122555">
                  <a:moveTo>
                    <a:pt x="19050" y="0"/>
                  </a:moveTo>
                  <a:lnTo>
                    <a:pt x="437642" y="0"/>
                  </a:lnTo>
                  <a:cubicBezTo>
                    <a:pt x="448183" y="0"/>
                    <a:pt x="456692" y="8509"/>
                    <a:pt x="456692" y="19050"/>
                  </a:cubicBezTo>
                  <a:lnTo>
                    <a:pt x="456692" y="103505"/>
                  </a:lnTo>
                  <a:cubicBezTo>
                    <a:pt x="456692" y="114046"/>
                    <a:pt x="448183" y="122555"/>
                    <a:pt x="437642" y="122555"/>
                  </a:cubicBezTo>
                  <a:lnTo>
                    <a:pt x="19050" y="122555"/>
                  </a:lnTo>
                  <a:cubicBezTo>
                    <a:pt x="8509" y="122555"/>
                    <a:pt x="0" y="114046"/>
                    <a:pt x="0" y="103505"/>
                  </a:cubicBezTo>
                  <a:lnTo>
                    <a:pt x="0" y="19050"/>
                  </a:lnTo>
                  <a:cubicBezTo>
                    <a:pt x="0" y="8509"/>
                    <a:pt x="8509" y="0"/>
                    <a:pt x="19050" y="0"/>
                  </a:cubicBezTo>
                  <a:moveTo>
                    <a:pt x="19050" y="38100"/>
                  </a:moveTo>
                  <a:lnTo>
                    <a:pt x="19050" y="19050"/>
                  </a:lnTo>
                  <a:lnTo>
                    <a:pt x="38100" y="19050"/>
                  </a:lnTo>
                  <a:lnTo>
                    <a:pt x="38100" y="103505"/>
                  </a:lnTo>
                  <a:lnTo>
                    <a:pt x="19050" y="103505"/>
                  </a:lnTo>
                  <a:lnTo>
                    <a:pt x="19050" y="84455"/>
                  </a:lnTo>
                  <a:lnTo>
                    <a:pt x="437642" y="84455"/>
                  </a:lnTo>
                  <a:lnTo>
                    <a:pt x="437642" y="103505"/>
                  </a:lnTo>
                  <a:lnTo>
                    <a:pt x="418592" y="103505"/>
                  </a:lnTo>
                  <a:lnTo>
                    <a:pt x="418592" y="19050"/>
                  </a:lnTo>
                  <a:lnTo>
                    <a:pt x="437642" y="19050"/>
                  </a:lnTo>
                  <a:lnTo>
                    <a:pt x="437642" y="38100"/>
                  </a:lnTo>
                  <a:lnTo>
                    <a:pt x="19050" y="38100"/>
                  </a:lnTo>
                  <a:close/>
                </a:path>
              </a:pathLst>
            </a:custGeom>
            <a:solidFill>
              <a:srgbClr val="92ABDF"/>
            </a:solidFill>
          </p:spPr>
        </p:sp>
      </p:grpSp>
      <p:grpSp>
        <p:nvGrpSpPr>
          <p:cNvPr id="28" name="Group 28"/>
          <p:cNvGrpSpPr/>
          <p:nvPr/>
        </p:nvGrpSpPr>
        <p:grpSpPr>
          <a:xfrm>
            <a:off x="782811" y="9346239"/>
            <a:ext cx="342534" cy="91922"/>
            <a:chOff x="0" y="0"/>
            <a:chExt cx="456712" cy="122562"/>
          </a:xfrm>
        </p:grpSpPr>
        <p:sp>
          <p:nvSpPr>
            <p:cNvPr id="29" name="Freeform 29"/>
            <p:cNvSpPr/>
            <p:nvPr/>
          </p:nvSpPr>
          <p:spPr>
            <a:xfrm>
              <a:off x="19050" y="19050"/>
              <a:ext cx="418592" cy="84455"/>
            </a:xfrm>
            <a:custGeom>
              <a:avLst/>
              <a:gdLst/>
              <a:ahLst/>
              <a:cxnLst/>
              <a:rect l="l" t="t" r="r" b="b"/>
              <a:pathLst>
                <a:path w="418592" h="84455">
                  <a:moveTo>
                    <a:pt x="0" y="0"/>
                  </a:moveTo>
                  <a:lnTo>
                    <a:pt x="418592" y="0"/>
                  </a:lnTo>
                  <a:lnTo>
                    <a:pt x="418592" y="84455"/>
                  </a:lnTo>
                  <a:lnTo>
                    <a:pt x="0" y="84455"/>
                  </a:lnTo>
                  <a:close/>
                </a:path>
              </a:pathLst>
            </a:custGeom>
            <a:solidFill>
              <a:srgbClr val="92ABDF"/>
            </a:solidFill>
          </p:spPr>
        </p:sp>
        <p:sp>
          <p:nvSpPr>
            <p:cNvPr id="30" name="Freeform 30"/>
            <p:cNvSpPr/>
            <p:nvPr/>
          </p:nvSpPr>
          <p:spPr>
            <a:xfrm>
              <a:off x="0" y="0"/>
              <a:ext cx="456692" cy="122555"/>
            </a:xfrm>
            <a:custGeom>
              <a:avLst/>
              <a:gdLst/>
              <a:ahLst/>
              <a:cxnLst/>
              <a:rect l="l" t="t" r="r" b="b"/>
              <a:pathLst>
                <a:path w="456692" h="122555">
                  <a:moveTo>
                    <a:pt x="19050" y="0"/>
                  </a:moveTo>
                  <a:lnTo>
                    <a:pt x="437642" y="0"/>
                  </a:lnTo>
                  <a:cubicBezTo>
                    <a:pt x="448183" y="0"/>
                    <a:pt x="456692" y="8509"/>
                    <a:pt x="456692" y="19050"/>
                  </a:cubicBezTo>
                  <a:lnTo>
                    <a:pt x="456692" y="103505"/>
                  </a:lnTo>
                  <a:cubicBezTo>
                    <a:pt x="456692" y="114046"/>
                    <a:pt x="448183" y="122555"/>
                    <a:pt x="437642" y="122555"/>
                  </a:cubicBezTo>
                  <a:lnTo>
                    <a:pt x="19050" y="122555"/>
                  </a:lnTo>
                  <a:cubicBezTo>
                    <a:pt x="8509" y="122555"/>
                    <a:pt x="0" y="114046"/>
                    <a:pt x="0" y="103505"/>
                  </a:cubicBezTo>
                  <a:lnTo>
                    <a:pt x="0" y="19050"/>
                  </a:lnTo>
                  <a:cubicBezTo>
                    <a:pt x="0" y="8509"/>
                    <a:pt x="8509" y="0"/>
                    <a:pt x="19050" y="0"/>
                  </a:cubicBezTo>
                  <a:moveTo>
                    <a:pt x="19050" y="38100"/>
                  </a:moveTo>
                  <a:lnTo>
                    <a:pt x="19050" y="19050"/>
                  </a:lnTo>
                  <a:lnTo>
                    <a:pt x="38100" y="19050"/>
                  </a:lnTo>
                  <a:lnTo>
                    <a:pt x="38100" y="103505"/>
                  </a:lnTo>
                  <a:lnTo>
                    <a:pt x="19050" y="103505"/>
                  </a:lnTo>
                  <a:lnTo>
                    <a:pt x="19050" y="84455"/>
                  </a:lnTo>
                  <a:lnTo>
                    <a:pt x="437642" y="84455"/>
                  </a:lnTo>
                  <a:lnTo>
                    <a:pt x="437642" y="103505"/>
                  </a:lnTo>
                  <a:lnTo>
                    <a:pt x="418592" y="103505"/>
                  </a:lnTo>
                  <a:lnTo>
                    <a:pt x="418592" y="19050"/>
                  </a:lnTo>
                  <a:lnTo>
                    <a:pt x="437642" y="19050"/>
                  </a:lnTo>
                  <a:lnTo>
                    <a:pt x="437642" y="38100"/>
                  </a:lnTo>
                  <a:lnTo>
                    <a:pt x="19050" y="38100"/>
                  </a:lnTo>
                  <a:close/>
                </a:path>
              </a:pathLst>
            </a:custGeom>
            <a:solidFill>
              <a:srgbClr val="92ABDF"/>
            </a:solidFill>
          </p:spPr>
        </p:sp>
      </p:grpSp>
      <p:grpSp>
        <p:nvGrpSpPr>
          <p:cNvPr id="31" name="Group 31"/>
          <p:cNvGrpSpPr/>
          <p:nvPr/>
        </p:nvGrpSpPr>
        <p:grpSpPr>
          <a:xfrm>
            <a:off x="782811" y="9491700"/>
            <a:ext cx="342534" cy="91922"/>
            <a:chOff x="0" y="0"/>
            <a:chExt cx="456712" cy="122562"/>
          </a:xfrm>
        </p:grpSpPr>
        <p:sp>
          <p:nvSpPr>
            <p:cNvPr id="32" name="Freeform 32"/>
            <p:cNvSpPr/>
            <p:nvPr/>
          </p:nvSpPr>
          <p:spPr>
            <a:xfrm>
              <a:off x="19050" y="19050"/>
              <a:ext cx="418592" cy="84455"/>
            </a:xfrm>
            <a:custGeom>
              <a:avLst/>
              <a:gdLst/>
              <a:ahLst/>
              <a:cxnLst/>
              <a:rect l="l" t="t" r="r" b="b"/>
              <a:pathLst>
                <a:path w="418592" h="84455">
                  <a:moveTo>
                    <a:pt x="0" y="0"/>
                  </a:moveTo>
                  <a:lnTo>
                    <a:pt x="418592" y="0"/>
                  </a:lnTo>
                  <a:lnTo>
                    <a:pt x="418592" y="84455"/>
                  </a:lnTo>
                  <a:lnTo>
                    <a:pt x="0" y="84455"/>
                  </a:lnTo>
                  <a:close/>
                </a:path>
              </a:pathLst>
            </a:custGeom>
            <a:solidFill>
              <a:srgbClr val="92ABDF"/>
            </a:solidFill>
          </p:spPr>
        </p:sp>
        <p:sp>
          <p:nvSpPr>
            <p:cNvPr id="33" name="Freeform 33"/>
            <p:cNvSpPr/>
            <p:nvPr/>
          </p:nvSpPr>
          <p:spPr>
            <a:xfrm>
              <a:off x="0" y="0"/>
              <a:ext cx="456692" cy="122555"/>
            </a:xfrm>
            <a:custGeom>
              <a:avLst/>
              <a:gdLst/>
              <a:ahLst/>
              <a:cxnLst/>
              <a:rect l="l" t="t" r="r" b="b"/>
              <a:pathLst>
                <a:path w="456692" h="122555">
                  <a:moveTo>
                    <a:pt x="19050" y="0"/>
                  </a:moveTo>
                  <a:lnTo>
                    <a:pt x="437642" y="0"/>
                  </a:lnTo>
                  <a:cubicBezTo>
                    <a:pt x="448183" y="0"/>
                    <a:pt x="456692" y="8509"/>
                    <a:pt x="456692" y="19050"/>
                  </a:cubicBezTo>
                  <a:lnTo>
                    <a:pt x="456692" y="103505"/>
                  </a:lnTo>
                  <a:cubicBezTo>
                    <a:pt x="456692" y="114046"/>
                    <a:pt x="448183" y="122555"/>
                    <a:pt x="437642" y="122555"/>
                  </a:cubicBezTo>
                  <a:lnTo>
                    <a:pt x="19050" y="122555"/>
                  </a:lnTo>
                  <a:cubicBezTo>
                    <a:pt x="8509" y="122555"/>
                    <a:pt x="0" y="114046"/>
                    <a:pt x="0" y="103505"/>
                  </a:cubicBezTo>
                  <a:lnTo>
                    <a:pt x="0" y="19050"/>
                  </a:lnTo>
                  <a:cubicBezTo>
                    <a:pt x="0" y="8509"/>
                    <a:pt x="8509" y="0"/>
                    <a:pt x="19050" y="0"/>
                  </a:cubicBezTo>
                  <a:moveTo>
                    <a:pt x="19050" y="38100"/>
                  </a:moveTo>
                  <a:lnTo>
                    <a:pt x="19050" y="19050"/>
                  </a:lnTo>
                  <a:lnTo>
                    <a:pt x="38100" y="19050"/>
                  </a:lnTo>
                  <a:lnTo>
                    <a:pt x="38100" y="103505"/>
                  </a:lnTo>
                  <a:lnTo>
                    <a:pt x="19050" y="103505"/>
                  </a:lnTo>
                  <a:lnTo>
                    <a:pt x="19050" y="84455"/>
                  </a:lnTo>
                  <a:lnTo>
                    <a:pt x="437642" y="84455"/>
                  </a:lnTo>
                  <a:lnTo>
                    <a:pt x="437642" y="103505"/>
                  </a:lnTo>
                  <a:lnTo>
                    <a:pt x="418592" y="103505"/>
                  </a:lnTo>
                  <a:lnTo>
                    <a:pt x="418592" y="19050"/>
                  </a:lnTo>
                  <a:lnTo>
                    <a:pt x="437642" y="19050"/>
                  </a:lnTo>
                  <a:lnTo>
                    <a:pt x="437642" y="38100"/>
                  </a:lnTo>
                  <a:lnTo>
                    <a:pt x="19050" y="38100"/>
                  </a:lnTo>
                  <a:close/>
                </a:path>
              </a:pathLst>
            </a:custGeom>
            <a:solidFill>
              <a:srgbClr val="92ABDF"/>
            </a:solidFill>
          </p:spPr>
        </p:sp>
      </p:grp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307050" cy="10327005"/>
            <a:chOff x="0" y="0"/>
            <a:chExt cx="24409400" cy="13769340"/>
          </a:xfrm>
        </p:grpSpPr>
        <p:sp>
          <p:nvSpPr>
            <p:cNvPr id="3" name="Freeform 3" descr="https://kimi-img.moonshot.cn/pub/slides/slides_tmpl/image/25-09-04-11:33:16-d2sggv61bb2p4onbonk0.jpg"/>
            <p:cNvSpPr/>
            <p:nvPr/>
          </p:nvSpPr>
          <p:spPr>
            <a:xfrm>
              <a:off x="0" y="0"/>
              <a:ext cx="24409400" cy="13769339"/>
            </a:xfrm>
            <a:custGeom>
              <a:avLst/>
              <a:gdLst/>
              <a:ahLst/>
              <a:cxnLst/>
              <a:rect l="l" t="t" r="r" b="b"/>
              <a:pathLst>
                <a:path w="24409400" h="13769339">
                  <a:moveTo>
                    <a:pt x="0" y="0"/>
                  </a:moveTo>
                  <a:lnTo>
                    <a:pt x="24409400" y="0"/>
                  </a:lnTo>
                  <a:lnTo>
                    <a:pt x="24409400" y="13769339"/>
                  </a:lnTo>
                  <a:lnTo>
                    <a:pt x="0" y="137693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 r="-427" b="-105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381000" y="2819400"/>
            <a:ext cx="18097500" cy="892578"/>
            <a:chOff x="0" y="0"/>
            <a:chExt cx="24130000" cy="119010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130000" cy="1190104"/>
            </a:xfrm>
            <a:custGeom>
              <a:avLst/>
              <a:gdLst/>
              <a:ahLst/>
              <a:cxnLst/>
              <a:rect l="l" t="t" r="r" b="b"/>
              <a:pathLst>
                <a:path w="24130000" h="1190104">
                  <a:moveTo>
                    <a:pt x="0" y="0"/>
                  </a:moveTo>
                  <a:lnTo>
                    <a:pt x="24130000" y="0"/>
                  </a:lnTo>
                  <a:lnTo>
                    <a:pt x="24130000" y="1190104"/>
                  </a:lnTo>
                  <a:lnTo>
                    <a:pt x="0" y="119010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0"/>
              <a:ext cx="24130000" cy="119010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400"/>
                </a:lnSpc>
              </a:pPr>
              <a:r>
                <a:rPr lang="en-US" sz="4500" b="1">
                  <a:solidFill>
                    <a:srgbClr val="5C7CB3"/>
                  </a:solidFill>
                  <a:latin typeface="Noto Sans Bold" panose="020B0802040504020204"/>
                  <a:ea typeface="Noto Sans Bold" panose="020B0802040504020204"/>
                  <a:cs typeface="Noto Sans Bold" panose="020B0802040504020204"/>
                  <a:sym typeface="Noto Sans Bold" panose="020B0802040504020204"/>
                </a:rPr>
                <a:t>数字化学习四大核心痛点</a:t>
              </a:r>
              <a:endParaRPr lang="en-US" sz="4500" b="1">
                <a:solidFill>
                  <a:srgbClr val="5C7CB3"/>
                </a:solidFill>
                <a:latin typeface="Noto Sans Bold" panose="020B0802040504020204"/>
                <a:ea typeface="Noto Sans Bold" panose="020B0802040504020204"/>
                <a:cs typeface="Noto Sans Bold" panose="020B0802040504020204"/>
                <a:sym typeface="Noto Sans Bold" panose="020B0802040504020204"/>
              </a:endParaRP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181100" y="4569961"/>
            <a:ext cx="914400" cy="914400"/>
            <a:chOff x="0" y="0"/>
            <a:chExt cx="1219200" cy="12192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203200" y="0"/>
                  </a:moveTo>
                  <a:lnTo>
                    <a:pt x="1016000" y="0"/>
                  </a:lnTo>
                  <a:cubicBezTo>
                    <a:pt x="1128268" y="0"/>
                    <a:pt x="1219200" y="90932"/>
                    <a:pt x="1219200" y="203200"/>
                  </a:cubicBezTo>
                  <a:lnTo>
                    <a:pt x="1219200" y="1016000"/>
                  </a:lnTo>
                  <a:cubicBezTo>
                    <a:pt x="1219200" y="1128268"/>
                    <a:pt x="1128268" y="1219200"/>
                    <a:pt x="1016000" y="1219200"/>
                  </a:cubicBezTo>
                  <a:lnTo>
                    <a:pt x="203200" y="1219200"/>
                  </a:lnTo>
                  <a:cubicBezTo>
                    <a:pt x="90932" y="1219200"/>
                    <a:pt x="0" y="1128268"/>
                    <a:pt x="0" y="1016000"/>
                  </a:cubicBezTo>
                  <a:lnTo>
                    <a:pt x="0" y="203200"/>
                  </a:lnTo>
                  <a:cubicBezTo>
                    <a:pt x="0" y="91059"/>
                    <a:pt x="91059" y="0"/>
                    <a:pt x="203200" y="0"/>
                  </a:cubicBezTo>
                  <a:close/>
                </a:path>
              </a:pathLst>
            </a:custGeom>
            <a:solidFill>
              <a:srgbClr val="8FA7D0">
                <a:alpha val="9020"/>
              </a:srgbClr>
            </a:solidFill>
          </p:spPr>
        </p:sp>
      </p:grpSp>
      <p:sp>
        <p:nvSpPr>
          <p:cNvPr id="9" name="Freeform 9"/>
          <p:cNvSpPr/>
          <p:nvPr/>
        </p:nvSpPr>
        <p:spPr>
          <a:xfrm>
            <a:off x="1478625" y="478133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2400300" y="4569961"/>
            <a:ext cx="6210300" cy="533400"/>
            <a:chOff x="0" y="0"/>
            <a:chExt cx="8280400" cy="7112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280400" cy="711200"/>
            </a:xfrm>
            <a:custGeom>
              <a:avLst/>
              <a:gdLst/>
              <a:ahLst/>
              <a:cxnLst/>
              <a:rect l="l" t="t" r="r" b="b"/>
              <a:pathLst>
                <a:path w="8280400" h="711200">
                  <a:moveTo>
                    <a:pt x="0" y="0"/>
                  </a:moveTo>
                  <a:lnTo>
                    <a:pt x="8280400" y="0"/>
                  </a:lnTo>
                  <a:lnTo>
                    <a:pt x="8280400" y="711200"/>
                  </a:lnTo>
                  <a:lnTo>
                    <a:pt x="0" y="7112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104775"/>
              <a:ext cx="8280400" cy="8159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210"/>
                </a:lnSpc>
              </a:pPr>
              <a:r>
                <a:rPr lang="en-US" sz="2700" b="1">
                  <a:solidFill>
                    <a:srgbClr val="5C7CB3"/>
                  </a:solidFill>
                  <a:latin typeface="Noto Sans Bold" panose="020B0802040504020204"/>
                  <a:ea typeface="Noto Sans Bold" panose="020B0802040504020204"/>
                  <a:cs typeface="Noto Sans Bold" panose="020B0802040504020204"/>
                  <a:sym typeface="Noto Sans Bold" panose="020B0802040504020204"/>
                </a:rPr>
                <a:t>知识碎片化</a:t>
              </a:r>
              <a:endParaRPr lang="en-US" sz="2700" b="1">
                <a:solidFill>
                  <a:srgbClr val="5C7CB3"/>
                </a:solidFill>
                <a:latin typeface="Noto Sans Bold" panose="020B0802040504020204"/>
                <a:ea typeface="Noto Sans Bold" panose="020B0802040504020204"/>
                <a:cs typeface="Noto Sans Bold" panose="020B0802040504020204"/>
                <a:sym typeface="Noto Sans Bold" panose="020B0802040504020204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2400300" y="5103361"/>
            <a:ext cx="6134100" cy="381000"/>
            <a:chOff x="0" y="0"/>
            <a:chExt cx="8178800" cy="5080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78800" cy="508000"/>
            </a:xfrm>
            <a:custGeom>
              <a:avLst/>
              <a:gdLst/>
              <a:ahLst/>
              <a:cxnLst/>
              <a:rect l="l" t="t" r="r" b="b"/>
              <a:pathLst>
                <a:path w="8178800" h="508000">
                  <a:moveTo>
                    <a:pt x="0" y="0"/>
                  </a:moveTo>
                  <a:lnTo>
                    <a:pt x="8178800" y="0"/>
                  </a:lnTo>
                  <a:lnTo>
                    <a:pt x="8178800" y="508000"/>
                  </a:lnTo>
                  <a:lnTo>
                    <a:pt x="0" y="5080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47625"/>
              <a:ext cx="8178800" cy="5556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25"/>
                </a:lnSpc>
              </a:pPr>
              <a:r>
                <a:rPr lang="en-US" sz="2100">
                  <a:solidFill>
                    <a:srgbClr val="373737"/>
                  </a:solidFill>
                  <a:latin typeface="Noto Sans" panose="020B0502040504020204"/>
                  <a:ea typeface="Noto Sans" panose="020B0502040504020204"/>
                  <a:cs typeface="Noto Sans" panose="020B0502040504020204"/>
                  <a:sym typeface="Noto Sans" panose="020B0502040504020204"/>
                </a:rPr>
                <a:t>网络信息过载，学习路径不清晰，难以形成体系。</a:t>
              </a:r>
              <a:endParaRPr lang="en-US" sz="2100">
                <a:solidFill>
                  <a:srgbClr val="373737"/>
                </a:solidFill>
                <a:latin typeface="Noto Sans" panose="020B0502040504020204"/>
                <a:ea typeface="Noto Sans" panose="020B0502040504020204"/>
                <a:cs typeface="Noto Sans" panose="020B0502040504020204"/>
                <a:sym typeface="Noto Sans" panose="020B0502040504020204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0248900" y="4569961"/>
            <a:ext cx="914400" cy="914400"/>
            <a:chOff x="0" y="0"/>
            <a:chExt cx="1219200" cy="12192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203200" y="0"/>
                  </a:moveTo>
                  <a:lnTo>
                    <a:pt x="1016000" y="0"/>
                  </a:lnTo>
                  <a:cubicBezTo>
                    <a:pt x="1128268" y="0"/>
                    <a:pt x="1219200" y="90932"/>
                    <a:pt x="1219200" y="203200"/>
                  </a:cubicBezTo>
                  <a:lnTo>
                    <a:pt x="1219200" y="1016000"/>
                  </a:lnTo>
                  <a:cubicBezTo>
                    <a:pt x="1219200" y="1128268"/>
                    <a:pt x="1128268" y="1219200"/>
                    <a:pt x="1016000" y="1219200"/>
                  </a:cubicBezTo>
                  <a:lnTo>
                    <a:pt x="203200" y="1219200"/>
                  </a:lnTo>
                  <a:cubicBezTo>
                    <a:pt x="90932" y="1219200"/>
                    <a:pt x="0" y="1128268"/>
                    <a:pt x="0" y="1016000"/>
                  </a:cubicBezTo>
                  <a:lnTo>
                    <a:pt x="0" y="203200"/>
                  </a:lnTo>
                  <a:cubicBezTo>
                    <a:pt x="0" y="91059"/>
                    <a:pt x="91059" y="0"/>
                    <a:pt x="203200" y="0"/>
                  </a:cubicBezTo>
                  <a:close/>
                </a:path>
              </a:pathLst>
            </a:custGeom>
            <a:solidFill>
              <a:srgbClr val="8FA7D0">
                <a:alpha val="9020"/>
              </a:srgbClr>
            </a:solidFill>
          </p:spPr>
        </p:sp>
      </p:grpSp>
      <p:sp>
        <p:nvSpPr>
          <p:cNvPr id="18" name="Freeform 18"/>
          <p:cNvSpPr/>
          <p:nvPr/>
        </p:nvSpPr>
        <p:spPr>
          <a:xfrm>
            <a:off x="10477500" y="4798561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19" name="Group 19"/>
          <p:cNvGrpSpPr/>
          <p:nvPr/>
        </p:nvGrpSpPr>
        <p:grpSpPr>
          <a:xfrm>
            <a:off x="11468100" y="4569961"/>
            <a:ext cx="5676900" cy="533400"/>
            <a:chOff x="0" y="0"/>
            <a:chExt cx="7569200" cy="7112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7569200" cy="711200"/>
            </a:xfrm>
            <a:custGeom>
              <a:avLst/>
              <a:gdLst/>
              <a:ahLst/>
              <a:cxnLst/>
              <a:rect l="l" t="t" r="r" b="b"/>
              <a:pathLst>
                <a:path w="7569200" h="711200">
                  <a:moveTo>
                    <a:pt x="0" y="0"/>
                  </a:moveTo>
                  <a:lnTo>
                    <a:pt x="7569200" y="0"/>
                  </a:lnTo>
                  <a:lnTo>
                    <a:pt x="7569200" y="711200"/>
                  </a:lnTo>
                  <a:lnTo>
                    <a:pt x="0" y="7112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0" y="-104775"/>
              <a:ext cx="7569200" cy="8159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210"/>
                </a:lnSpc>
              </a:pPr>
              <a:r>
                <a:rPr lang="en-US" sz="2700" b="1">
                  <a:solidFill>
                    <a:srgbClr val="5C7CB3"/>
                  </a:solidFill>
                  <a:latin typeface="Noto Sans Bold" panose="020B0802040504020204"/>
                  <a:ea typeface="Noto Sans Bold" panose="020B0802040504020204"/>
                  <a:cs typeface="Noto Sans Bold" panose="020B0802040504020204"/>
                  <a:sym typeface="Noto Sans Bold" panose="020B0802040504020204"/>
                </a:rPr>
                <a:t>认知负荷过重</a:t>
              </a:r>
              <a:endParaRPr lang="en-US" sz="2700" b="1">
                <a:solidFill>
                  <a:srgbClr val="5C7CB3"/>
                </a:solidFill>
                <a:latin typeface="Noto Sans Bold" panose="020B0802040504020204"/>
                <a:ea typeface="Noto Sans Bold" panose="020B0802040504020204"/>
                <a:cs typeface="Noto Sans Bold" panose="020B0802040504020204"/>
                <a:sym typeface="Noto Sans Bold" panose="020B0802040504020204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1468100" y="5103361"/>
            <a:ext cx="5600700" cy="381000"/>
            <a:chOff x="0" y="0"/>
            <a:chExt cx="7467600" cy="5080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7467600" cy="508000"/>
            </a:xfrm>
            <a:custGeom>
              <a:avLst/>
              <a:gdLst/>
              <a:ahLst/>
              <a:cxnLst/>
              <a:rect l="l" t="t" r="r" b="b"/>
              <a:pathLst>
                <a:path w="7467600" h="508000">
                  <a:moveTo>
                    <a:pt x="0" y="0"/>
                  </a:moveTo>
                  <a:lnTo>
                    <a:pt x="7467600" y="0"/>
                  </a:lnTo>
                  <a:lnTo>
                    <a:pt x="7467600" y="508000"/>
                  </a:lnTo>
                  <a:lnTo>
                    <a:pt x="0" y="5080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0" y="-47625"/>
              <a:ext cx="7467600" cy="5556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25"/>
                </a:lnSpc>
              </a:pPr>
              <a:r>
                <a:rPr lang="en-US" sz="2100">
                  <a:solidFill>
                    <a:srgbClr val="373737"/>
                  </a:solidFill>
                  <a:latin typeface="Noto Sans" panose="020B0502040504020204"/>
                  <a:ea typeface="Noto Sans" panose="020B0502040504020204"/>
                  <a:cs typeface="Noto Sans" panose="020B0502040504020204"/>
                  <a:sym typeface="Noto Sans" panose="020B0502040504020204"/>
                </a:rPr>
                <a:t>复杂概念关系难以理解记忆，学习效率低下。</a:t>
              </a:r>
              <a:endParaRPr lang="en-US" sz="2100">
                <a:solidFill>
                  <a:srgbClr val="373737"/>
                </a:solidFill>
                <a:latin typeface="Noto Sans" panose="020B0502040504020204"/>
                <a:ea typeface="Noto Sans" panose="020B0502040504020204"/>
                <a:cs typeface="Noto Sans" panose="020B0502040504020204"/>
                <a:sym typeface="Noto Sans" panose="020B0502040504020204"/>
              </a:endParaRP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181100" y="5941561"/>
            <a:ext cx="914400" cy="914400"/>
            <a:chOff x="0" y="0"/>
            <a:chExt cx="1219200" cy="12192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203200" y="0"/>
                  </a:moveTo>
                  <a:lnTo>
                    <a:pt x="1016000" y="0"/>
                  </a:lnTo>
                  <a:cubicBezTo>
                    <a:pt x="1128268" y="0"/>
                    <a:pt x="1219200" y="90932"/>
                    <a:pt x="1219200" y="203200"/>
                  </a:cubicBezTo>
                  <a:lnTo>
                    <a:pt x="1219200" y="1016000"/>
                  </a:lnTo>
                  <a:cubicBezTo>
                    <a:pt x="1219200" y="1128268"/>
                    <a:pt x="1128268" y="1219200"/>
                    <a:pt x="1016000" y="1219200"/>
                  </a:cubicBezTo>
                  <a:lnTo>
                    <a:pt x="203200" y="1219200"/>
                  </a:lnTo>
                  <a:cubicBezTo>
                    <a:pt x="90932" y="1219200"/>
                    <a:pt x="0" y="1128268"/>
                    <a:pt x="0" y="1016000"/>
                  </a:cubicBezTo>
                  <a:lnTo>
                    <a:pt x="0" y="203200"/>
                  </a:lnTo>
                  <a:cubicBezTo>
                    <a:pt x="0" y="91059"/>
                    <a:pt x="91059" y="0"/>
                    <a:pt x="203200" y="0"/>
                  </a:cubicBezTo>
                  <a:close/>
                </a:path>
              </a:pathLst>
            </a:custGeom>
            <a:solidFill>
              <a:srgbClr val="8FA7D0">
                <a:alpha val="9020"/>
              </a:srgbClr>
            </a:solidFill>
          </p:spPr>
        </p:sp>
      </p:grpSp>
      <p:sp>
        <p:nvSpPr>
          <p:cNvPr id="27" name="Freeform 27"/>
          <p:cNvSpPr/>
          <p:nvPr/>
        </p:nvSpPr>
        <p:spPr>
          <a:xfrm>
            <a:off x="1381125" y="6170161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0" y="0"/>
                </a:moveTo>
                <a:lnTo>
                  <a:pt x="514350" y="0"/>
                </a:lnTo>
                <a:lnTo>
                  <a:pt x="51435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28" name="Group 28"/>
          <p:cNvGrpSpPr/>
          <p:nvPr/>
        </p:nvGrpSpPr>
        <p:grpSpPr>
          <a:xfrm>
            <a:off x="2400300" y="5941561"/>
            <a:ext cx="5943600" cy="533400"/>
            <a:chOff x="0" y="0"/>
            <a:chExt cx="7924800" cy="7112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7924800" cy="711200"/>
            </a:xfrm>
            <a:custGeom>
              <a:avLst/>
              <a:gdLst/>
              <a:ahLst/>
              <a:cxnLst/>
              <a:rect l="l" t="t" r="r" b="b"/>
              <a:pathLst>
                <a:path w="7924800" h="711200">
                  <a:moveTo>
                    <a:pt x="0" y="0"/>
                  </a:moveTo>
                  <a:lnTo>
                    <a:pt x="7924800" y="0"/>
                  </a:lnTo>
                  <a:lnTo>
                    <a:pt x="7924800" y="711200"/>
                  </a:lnTo>
                  <a:lnTo>
                    <a:pt x="0" y="7112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0" name="TextBox 30"/>
            <p:cNvSpPr txBox="1"/>
            <p:nvPr/>
          </p:nvSpPr>
          <p:spPr>
            <a:xfrm>
              <a:off x="0" y="-104775"/>
              <a:ext cx="7924800" cy="8159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210"/>
                </a:lnSpc>
              </a:pPr>
              <a:r>
                <a:rPr lang="en-US" sz="2700" b="1">
                  <a:solidFill>
                    <a:srgbClr val="5C7CB3"/>
                  </a:solidFill>
                  <a:latin typeface="Noto Sans Bold" panose="020B0802040504020204"/>
                  <a:ea typeface="Noto Sans Bold" panose="020B0802040504020204"/>
                  <a:cs typeface="Noto Sans Bold" panose="020B0802040504020204"/>
                  <a:sym typeface="Noto Sans Bold" panose="020B0802040504020204"/>
                </a:rPr>
                <a:t>个性化缺失</a:t>
              </a:r>
              <a:endParaRPr lang="en-US" sz="2700" b="1">
                <a:solidFill>
                  <a:srgbClr val="5C7CB3"/>
                </a:solidFill>
                <a:latin typeface="Noto Sans Bold" panose="020B0802040504020204"/>
                <a:ea typeface="Noto Sans Bold" panose="020B0802040504020204"/>
                <a:cs typeface="Noto Sans Bold" panose="020B0802040504020204"/>
                <a:sym typeface="Noto Sans Bold" panose="020B0802040504020204"/>
              </a:endParaRP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2400300" y="6474961"/>
            <a:ext cx="5867400" cy="381000"/>
            <a:chOff x="0" y="0"/>
            <a:chExt cx="7823200" cy="5080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7823200" cy="508000"/>
            </a:xfrm>
            <a:custGeom>
              <a:avLst/>
              <a:gdLst/>
              <a:ahLst/>
              <a:cxnLst/>
              <a:rect l="l" t="t" r="r" b="b"/>
              <a:pathLst>
                <a:path w="7823200" h="508000">
                  <a:moveTo>
                    <a:pt x="0" y="0"/>
                  </a:moveTo>
                  <a:lnTo>
                    <a:pt x="7823200" y="0"/>
                  </a:lnTo>
                  <a:lnTo>
                    <a:pt x="7823200" y="508000"/>
                  </a:lnTo>
                  <a:lnTo>
                    <a:pt x="0" y="5080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3" name="TextBox 33"/>
            <p:cNvSpPr txBox="1"/>
            <p:nvPr/>
          </p:nvSpPr>
          <p:spPr>
            <a:xfrm>
              <a:off x="0" y="-47625"/>
              <a:ext cx="7823200" cy="5556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25"/>
                </a:lnSpc>
              </a:pPr>
              <a:r>
                <a:rPr lang="en-US" sz="2100">
                  <a:solidFill>
                    <a:srgbClr val="373737"/>
                  </a:solidFill>
                  <a:latin typeface="Noto Sans" panose="020B0502040504020204"/>
                  <a:ea typeface="Noto Sans" panose="020B0502040504020204"/>
                  <a:cs typeface="Noto Sans" panose="020B0502040504020204"/>
                  <a:sym typeface="Noto Sans" panose="020B0502040504020204"/>
                </a:rPr>
                <a:t>传统教育缺乏针对个体学习需求的定制化方案。</a:t>
              </a:r>
              <a:endParaRPr lang="en-US" sz="2100">
                <a:solidFill>
                  <a:srgbClr val="373737"/>
                </a:solidFill>
                <a:latin typeface="Noto Sans" panose="020B0502040504020204"/>
                <a:ea typeface="Noto Sans" panose="020B0502040504020204"/>
                <a:cs typeface="Noto Sans" panose="020B0502040504020204"/>
                <a:sym typeface="Noto Sans" panose="020B0502040504020204"/>
              </a:endParaRP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0248900" y="5941561"/>
            <a:ext cx="914400" cy="914400"/>
            <a:chOff x="0" y="0"/>
            <a:chExt cx="1219200" cy="121920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203200" y="0"/>
                  </a:moveTo>
                  <a:lnTo>
                    <a:pt x="1016000" y="0"/>
                  </a:lnTo>
                  <a:cubicBezTo>
                    <a:pt x="1128268" y="0"/>
                    <a:pt x="1219200" y="90932"/>
                    <a:pt x="1219200" y="203200"/>
                  </a:cubicBezTo>
                  <a:lnTo>
                    <a:pt x="1219200" y="1016000"/>
                  </a:lnTo>
                  <a:cubicBezTo>
                    <a:pt x="1219200" y="1128268"/>
                    <a:pt x="1128268" y="1219200"/>
                    <a:pt x="1016000" y="1219200"/>
                  </a:cubicBezTo>
                  <a:lnTo>
                    <a:pt x="203200" y="1219200"/>
                  </a:lnTo>
                  <a:cubicBezTo>
                    <a:pt x="90932" y="1219200"/>
                    <a:pt x="0" y="1128268"/>
                    <a:pt x="0" y="1016000"/>
                  </a:cubicBezTo>
                  <a:lnTo>
                    <a:pt x="0" y="203200"/>
                  </a:lnTo>
                  <a:cubicBezTo>
                    <a:pt x="0" y="91059"/>
                    <a:pt x="91059" y="0"/>
                    <a:pt x="203200" y="0"/>
                  </a:cubicBezTo>
                  <a:close/>
                </a:path>
              </a:pathLst>
            </a:custGeom>
            <a:solidFill>
              <a:srgbClr val="8FA7D0">
                <a:alpha val="9020"/>
              </a:srgbClr>
            </a:solidFill>
          </p:spPr>
        </p:sp>
      </p:grpSp>
      <p:sp>
        <p:nvSpPr>
          <p:cNvPr id="36" name="Freeform 36"/>
          <p:cNvSpPr/>
          <p:nvPr/>
        </p:nvSpPr>
        <p:spPr>
          <a:xfrm>
            <a:off x="10420350" y="6170161"/>
            <a:ext cx="571500" cy="457200"/>
          </a:xfrm>
          <a:custGeom>
            <a:avLst/>
            <a:gdLst/>
            <a:ahLst/>
            <a:cxnLst/>
            <a:rect l="l" t="t" r="r" b="b"/>
            <a:pathLst>
              <a:path w="571500" h="457200">
                <a:moveTo>
                  <a:pt x="0" y="0"/>
                </a:moveTo>
                <a:lnTo>
                  <a:pt x="571500" y="0"/>
                </a:lnTo>
                <a:lnTo>
                  <a:pt x="5715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grpSp>
        <p:nvGrpSpPr>
          <p:cNvPr id="37" name="Group 37"/>
          <p:cNvGrpSpPr/>
          <p:nvPr/>
        </p:nvGrpSpPr>
        <p:grpSpPr>
          <a:xfrm>
            <a:off x="11468100" y="5941561"/>
            <a:ext cx="6210300" cy="533400"/>
            <a:chOff x="0" y="0"/>
            <a:chExt cx="8280400" cy="7112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280400" cy="711200"/>
            </a:xfrm>
            <a:custGeom>
              <a:avLst/>
              <a:gdLst/>
              <a:ahLst/>
              <a:cxnLst/>
              <a:rect l="l" t="t" r="r" b="b"/>
              <a:pathLst>
                <a:path w="8280400" h="711200">
                  <a:moveTo>
                    <a:pt x="0" y="0"/>
                  </a:moveTo>
                  <a:lnTo>
                    <a:pt x="8280400" y="0"/>
                  </a:lnTo>
                  <a:lnTo>
                    <a:pt x="8280400" y="711200"/>
                  </a:lnTo>
                  <a:lnTo>
                    <a:pt x="0" y="7112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9" name="TextBox 39"/>
            <p:cNvSpPr txBox="1"/>
            <p:nvPr/>
          </p:nvSpPr>
          <p:spPr>
            <a:xfrm>
              <a:off x="0" y="-104775"/>
              <a:ext cx="8280400" cy="8159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210"/>
                </a:lnSpc>
              </a:pPr>
              <a:r>
                <a:rPr lang="en-US" sz="2700" b="1">
                  <a:solidFill>
                    <a:srgbClr val="5C7CB3"/>
                  </a:solidFill>
                  <a:latin typeface="Noto Sans Bold" panose="020B0802040504020204"/>
                  <a:ea typeface="Noto Sans Bold" panose="020B0802040504020204"/>
                  <a:cs typeface="Noto Sans Bold" panose="020B0802040504020204"/>
                  <a:sym typeface="Noto Sans Bold" panose="020B0802040504020204"/>
                </a:rPr>
                <a:t>学习动力不足</a:t>
              </a:r>
              <a:endParaRPr lang="en-US" sz="2700" b="1">
                <a:solidFill>
                  <a:srgbClr val="5C7CB3"/>
                </a:solidFill>
                <a:latin typeface="Noto Sans Bold" panose="020B0802040504020204"/>
                <a:ea typeface="Noto Sans Bold" panose="020B0802040504020204"/>
                <a:cs typeface="Noto Sans Bold" panose="020B0802040504020204"/>
                <a:sym typeface="Noto Sans Bold" panose="020B0802040504020204"/>
              </a:endParaRP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11468100" y="6474961"/>
            <a:ext cx="6134100" cy="381000"/>
            <a:chOff x="0" y="0"/>
            <a:chExt cx="8178800" cy="50800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78800" cy="508000"/>
            </a:xfrm>
            <a:custGeom>
              <a:avLst/>
              <a:gdLst/>
              <a:ahLst/>
              <a:cxnLst/>
              <a:rect l="l" t="t" r="r" b="b"/>
              <a:pathLst>
                <a:path w="8178800" h="508000">
                  <a:moveTo>
                    <a:pt x="0" y="0"/>
                  </a:moveTo>
                  <a:lnTo>
                    <a:pt x="8178800" y="0"/>
                  </a:lnTo>
                  <a:lnTo>
                    <a:pt x="8178800" y="508000"/>
                  </a:lnTo>
                  <a:lnTo>
                    <a:pt x="0" y="5080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2" name="TextBox 42"/>
            <p:cNvSpPr txBox="1"/>
            <p:nvPr/>
          </p:nvSpPr>
          <p:spPr>
            <a:xfrm>
              <a:off x="0" y="-47625"/>
              <a:ext cx="8178800" cy="5556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25"/>
                </a:lnSpc>
              </a:pPr>
              <a:r>
                <a:rPr lang="en-US" sz="2100">
                  <a:solidFill>
                    <a:srgbClr val="373737"/>
                  </a:solidFill>
                  <a:latin typeface="Noto Sans" panose="020B0502040504020204"/>
                  <a:ea typeface="Noto Sans" panose="020B0502040504020204"/>
                  <a:cs typeface="Noto Sans" panose="020B0502040504020204"/>
                  <a:sym typeface="Noto Sans" panose="020B0502040504020204"/>
                </a:rPr>
                <a:t>线性学习模式缺乏互动性与探索性，易产生倦怠。</a:t>
              </a:r>
              <a:endParaRPr lang="en-US" sz="2100">
                <a:solidFill>
                  <a:srgbClr val="373737"/>
                </a:solidFill>
                <a:latin typeface="Noto Sans" panose="020B0502040504020204"/>
                <a:ea typeface="Noto Sans" panose="020B0502040504020204"/>
                <a:cs typeface="Noto Sans" panose="020B0502040504020204"/>
                <a:sym typeface="Noto Sans" panose="020B0502040504020204"/>
              </a:endParaRPr>
            </a:p>
          </p:txBody>
        </p:sp>
      </p:grp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https://kimi-img.moonshot.cn/pub/slides/slides_tmpl/image/25-09-04-11:33:06-d2sggsm1bb2p4onbon10.jp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/>
              </a:stretch>
            </a:blipFill>
          </p:spPr>
        </p:sp>
      </p:grp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0" y="3703320"/>
            <a:ext cx="7774305" cy="2752725"/>
            <a:chOff x="0" y="0"/>
            <a:chExt cx="10365740" cy="3670300"/>
          </a:xfrm>
        </p:grpSpPr>
        <p:sp>
          <p:nvSpPr>
            <p:cNvPr id="5" name="Freeform 5" descr="https://kimi-img.moonshot.cn/pub/slides/slides_tmpl/image/25-09-04-11:33:05-d2sggse1bb2p4onbomv0.png"/>
            <p:cNvSpPr/>
            <p:nvPr/>
          </p:nvSpPr>
          <p:spPr>
            <a:xfrm>
              <a:off x="0" y="0"/>
              <a:ext cx="10365740" cy="3670300"/>
            </a:xfrm>
            <a:custGeom>
              <a:avLst/>
              <a:gdLst/>
              <a:ahLst/>
              <a:cxnLst/>
              <a:rect l="l" t="t" r="r" b="b"/>
              <a:pathLst>
                <a:path w="10365740" h="3670300">
                  <a:moveTo>
                    <a:pt x="0" y="0"/>
                  </a:moveTo>
                  <a:lnTo>
                    <a:pt x="10365740" y="0"/>
                  </a:lnTo>
                  <a:lnTo>
                    <a:pt x="10365740" y="3670300"/>
                  </a:lnTo>
                  <a:lnTo>
                    <a:pt x="0" y="3670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62" b="-62"/>
              </a:stretch>
            </a:blipFill>
          </p:spPr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10666243" y="4890612"/>
            <a:ext cx="2552700" cy="2552700"/>
            <a:chOff x="0" y="0"/>
            <a:chExt cx="3403600" cy="3403600"/>
          </a:xfrm>
        </p:grpSpPr>
        <p:sp>
          <p:nvSpPr>
            <p:cNvPr id="7" name="Freeform 7" descr="https://kimi-img.moonshot.cn/pub/slides/slides_tmpl/image/25-09-04-11:33:05-d2sggse1bb2p4onbomvg.png"/>
            <p:cNvSpPr/>
            <p:nvPr/>
          </p:nvSpPr>
          <p:spPr>
            <a:xfrm>
              <a:off x="0" y="0"/>
              <a:ext cx="3403600" cy="3403600"/>
            </a:xfrm>
            <a:custGeom>
              <a:avLst/>
              <a:gdLst/>
              <a:ahLst/>
              <a:cxnLst/>
              <a:rect l="l" t="t" r="r" b="b"/>
              <a:pathLst>
                <a:path w="3403600" h="3403600">
                  <a:moveTo>
                    <a:pt x="0" y="0"/>
                  </a:moveTo>
                  <a:lnTo>
                    <a:pt x="3403600" y="0"/>
                  </a:lnTo>
                  <a:lnTo>
                    <a:pt x="3403600" y="3403600"/>
                  </a:lnTo>
                  <a:lnTo>
                    <a:pt x="0" y="3403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8" name="Group 8"/>
          <p:cNvGrpSpPr>
            <a:grpSpLocks noChangeAspect="1"/>
          </p:cNvGrpSpPr>
          <p:nvPr/>
        </p:nvGrpSpPr>
        <p:grpSpPr>
          <a:xfrm>
            <a:off x="11416665" y="3043238"/>
            <a:ext cx="4186238" cy="4200525"/>
            <a:chOff x="0" y="0"/>
            <a:chExt cx="5581650" cy="5600700"/>
          </a:xfrm>
        </p:grpSpPr>
        <p:sp>
          <p:nvSpPr>
            <p:cNvPr id="9" name="Freeform 9" descr="https://kimi-img.moonshot.cn/pub/slides/slides_tmpl/image/25-09-04-11:33:06-d2sggsm1bb2p4onbon0g.png"/>
            <p:cNvSpPr/>
            <p:nvPr/>
          </p:nvSpPr>
          <p:spPr>
            <a:xfrm>
              <a:off x="0" y="0"/>
              <a:ext cx="5581650" cy="5600700"/>
            </a:xfrm>
            <a:custGeom>
              <a:avLst/>
              <a:gdLst/>
              <a:ahLst/>
              <a:cxnLst/>
              <a:rect l="l" t="t" r="r" b="b"/>
              <a:pathLst>
                <a:path w="5581650" h="5600700">
                  <a:moveTo>
                    <a:pt x="0" y="0"/>
                  </a:moveTo>
                  <a:lnTo>
                    <a:pt x="5581650" y="0"/>
                  </a:lnTo>
                  <a:lnTo>
                    <a:pt x="5581650" y="5600700"/>
                  </a:lnTo>
                  <a:lnTo>
                    <a:pt x="0" y="5600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10" name="Group 10"/>
          <p:cNvGrpSpPr>
            <a:grpSpLocks noChangeAspect="1"/>
          </p:cNvGrpSpPr>
          <p:nvPr/>
        </p:nvGrpSpPr>
        <p:grpSpPr>
          <a:xfrm rot="-5400000">
            <a:off x="15998190" y="-12383"/>
            <a:ext cx="394335" cy="1755457"/>
            <a:chOff x="0" y="0"/>
            <a:chExt cx="525780" cy="2340610"/>
          </a:xfrm>
        </p:grpSpPr>
        <p:sp>
          <p:nvSpPr>
            <p:cNvPr id="11" name="Freeform 11" descr="https://kimi-img.moonshot.cn/pub/slides/slides_tmpl/image/25-09-04-11:33:04-d2sggs61bb2p4onbomu0.png"/>
            <p:cNvSpPr/>
            <p:nvPr/>
          </p:nvSpPr>
          <p:spPr>
            <a:xfrm>
              <a:off x="0" y="0"/>
              <a:ext cx="525780" cy="2340610"/>
            </a:xfrm>
            <a:custGeom>
              <a:avLst/>
              <a:gdLst/>
              <a:ahLst/>
              <a:cxnLst/>
              <a:rect l="l" t="t" r="r" b="b"/>
              <a:pathLst>
                <a:path w="525780" h="2340610">
                  <a:moveTo>
                    <a:pt x="0" y="0"/>
                  </a:moveTo>
                  <a:lnTo>
                    <a:pt x="525780" y="0"/>
                  </a:lnTo>
                  <a:lnTo>
                    <a:pt x="525780" y="2340610"/>
                  </a:lnTo>
                  <a:lnTo>
                    <a:pt x="0" y="23406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40000"/>
              </a:blip>
              <a:stretch>
                <a:fillRect l="-261" r="-261"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12387018" y="4027647"/>
            <a:ext cx="2245533" cy="20528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00"/>
              </a:lnSpc>
            </a:pPr>
            <a:r>
              <a:rPr lang="en-US" sz="12750">
                <a:solidFill>
                  <a:srgbClr val="F2F7FA"/>
                </a:solidFill>
                <a:latin typeface="Noto Sans" panose="020B0502040504020204"/>
                <a:ea typeface="Noto Sans" panose="020B0502040504020204"/>
                <a:cs typeface="Noto Sans" panose="020B0502040504020204"/>
                <a:sym typeface="Noto Sans" panose="020B0502040504020204"/>
              </a:rPr>
              <a:t>02</a:t>
            </a:r>
            <a:endParaRPr lang="en-US" sz="12750">
              <a:solidFill>
                <a:srgbClr val="F2F7FA"/>
              </a:solidFill>
              <a:latin typeface="Noto Sans" panose="020B0502040504020204"/>
              <a:ea typeface="Noto Sans" panose="020B0502040504020204"/>
              <a:cs typeface="Noto Sans" panose="020B0502040504020204"/>
              <a:sym typeface="Noto Sans" panose="020B0502040504020204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970598" y="4716780"/>
            <a:ext cx="11471910" cy="720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20"/>
              </a:lnSpc>
            </a:pPr>
            <a:r>
              <a:rPr lang="en-US" sz="5100">
                <a:solidFill>
                  <a:srgbClr val="0D0D0D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产品定位与目标</a:t>
            </a:r>
            <a:endParaRPr lang="en-US" sz="5100">
              <a:solidFill>
                <a:srgbClr val="0D0D0D"/>
              </a:solidFill>
              <a:latin typeface="Arimo" panose="020B0604020202020204"/>
              <a:ea typeface="Arimo" panose="020B0604020202020204"/>
              <a:cs typeface="Arimo" panose="020B0604020202020204"/>
              <a:sym typeface="Arimo" panose="020B0604020202020204"/>
            </a:endParaRPr>
          </a:p>
        </p:txBody>
      </p:sp>
      <p:grpSp>
        <p:nvGrpSpPr>
          <p:cNvPr id="14" name="Group 14"/>
          <p:cNvGrpSpPr/>
          <p:nvPr/>
        </p:nvGrpSpPr>
        <p:grpSpPr>
          <a:xfrm>
            <a:off x="13970677" y="9491705"/>
            <a:ext cx="3109912" cy="14288"/>
            <a:chOff x="0" y="0"/>
            <a:chExt cx="4146550" cy="19050"/>
          </a:xfrm>
        </p:grpSpPr>
        <p:sp>
          <p:nvSpPr>
            <p:cNvPr id="15" name="Freeform 15"/>
            <p:cNvSpPr/>
            <p:nvPr/>
          </p:nvSpPr>
          <p:spPr>
            <a:xfrm>
              <a:off x="9525" y="0"/>
              <a:ext cx="4127500" cy="19050"/>
            </a:xfrm>
            <a:custGeom>
              <a:avLst/>
              <a:gdLst/>
              <a:ahLst/>
              <a:cxnLst/>
              <a:rect l="l" t="t" r="r" b="b"/>
              <a:pathLst>
                <a:path w="4127500" h="19050">
                  <a:moveTo>
                    <a:pt x="0" y="0"/>
                  </a:moveTo>
                  <a:lnTo>
                    <a:pt x="4127500" y="0"/>
                  </a:lnTo>
                  <a:lnTo>
                    <a:pt x="41275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000000">
                <a:alpha val="4706"/>
              </a:srgbClr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854698" y="737850"/>
            <a:ext cx="333009" cy="82396"/>
            <a:chOff x="0" y="0"/>
            <a:chExt cx="444012" cy="109862"/>
          </a:xfrm>
        </p:grpSpPr>
        <p:sp>
          <p:nvSpPr>
            <p:cNvPr id="17" name="Freeform 17"/>
            <p:cNvSpPr/>
            <p:nvPr/>
          </p:nvSpPr>
          <p:spPr>
            <a:xfrm>
              <a:off x="12700" y="12700"/>
              <a:ext cx="418592" cy="84455"/>
            </a:xfrm>
            <a:custGeom>
              <a:avLst/>
              <a:gdLst/>
              <a:ahLst/>
              <a:cxnLst/>
              <a:rect l="l" t="t" r="r" b="b"/>
              <a:pathLst>
                <a:path w="418592" h="84455">
                  <a:moveTo>
                    <a:pt x="0" y="0"/>
                  </a:moveTo>
                  <a:lnTo>
                    <a:pt x="418592" y="0"/>
                  </a:lnTo>
                  <a:lnTo>
                    <a:pt x="418592" y="84455"/>
                  </a:lnTo>
                  <a:lnTo>
                    <a:pt x="0" y="84455"/>
                  </a:lnTo>
                  <a:close/>
                </a:path>
              </a:pathLst>
            </a:custGeom>
            <a:solidFill>
              <a:srgbClr val="92ABDF"/>
            </a:solidFill>
          </p:spPr>
        </p:sp>
        <p:sp>
          <p:nvSpPr>
            <p:cNvPr id="18" name="Freeform 18"/>
            <p:cNvSpPr/>
            <p:nvPr/>
          </p:nvSpPr>
          <p:spPr>
            <a:xfrm>
              <a:off x="0" y="0"/>
              <a:ext cx="443992" cy="109855"/>
            </a:xfrm>
            <a:custGeom>
              <a:avLst/>
              <a:gdLst/>
              <a:ahLst/>
              <a:cxnLst/>
              <a:rect l="l" t="t" r="r" b="b"/>
              <a:pathLst>
                <a:path w="443992" h="109855">
                  <a:moveTo>
                    <a:pt x="12700" y="0"/>
                  </a:moveTo>
                  <a:lnTo>
                    <a:pt x="431292" y="0"/>
                  </a:lnTo>
                  <a:cubicBezTo>
                    <a:pt x="438277" y="0"/>
                    <a:pt x="443992" y="5715"/>
                    <a:pt x="443992" y="12700"/>
                  </a:cubicBezTo>
                  <a:lnTo>
                    <a:pt x="443992" y="97155"/>
                  </a:lnTo>
                  <a:cubicBezTo>
                    <a:pt x="443992" y="104140"/>
                    <a:pt x="438277" y="109855"/>
                    <a:pt x="431292" y="109855"/>
                  </a:cubicBezTo>
                  <a:lnTo>
                    <a:pt x="12700" y="109855"/>
                  </a:lnTo>
                  <a:cubicBezTo>
                    <a:pt x="5715" y="109855"/>
                    <a:pt x="0" y="104140"/>
                    <a:pt x="0" y="97155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97155"/>
                  </a:lnTo>
                  <a:lnTo>
                    <a:pt x="12700" y="97155"/>
                  </a:lnTo>
                  <a:lnTo>
                    <a:pt x="12700" y="84455"/>
                  </a:lnTo>
                  <a:lnTo>
                    <a:pt x="431292" y="84455"/>
                  </a:lnTo>
                  <a:lnTo>
                    <a:pt x="431292" y="97155"/>
                  </a:lnTo>
                  <a:lnTo>
                    <a:pt x="418592" y="97155"/>
                  </a:lnTo>
                  <a:lnTo>
                    <a:pt x="418592" y="12700"/>
                  </a:lnTo>
                  <a:lnTo>
                    <a:pt x="431292" y="12700"/>
                  </a:lnTo>
                  <a:lnTo>
                    <a:pt x="431292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92ABDF"/>
            </a:solidFill>
          </p:spPr>
        </p:sp>
      </p:grpSp>
      <p:grpSp>
        <p:nvGrpSpPr>
          <p:cNvPr id="19" name="Group 19"/>
          <p:cNvGrpSpPr/>
          <p:nvPr/>
        </p:nvGrpSpPr>
        <p:grpSpPr>
          <a:xfrm>
            <a:off x="854698" y="883311"/>
            <a:ext cx="333009" cy="82396"/>
            <a:chOff x="0" y="0"/>
            <a:chExt cx="444012" cy="109862"/>
          </a:xfrm>
        </p:grpSpPr>
        <p:sp>
          <p:nvSpPr>
            <p:cNvPr id="20" name="Freeform 20"/>
            <p:cNvSpPr/>
            <p:nvPr/>
          </p:nvSpPr>
          <p:spPr>
            <a:xfrm>
              <a:off x="12700" y="12700"/>
              <a:ext cx="418592" cy="84455"/>
            </a:xfrm>
            <a:custGeom>
              <a:avLst/>
              <a:gdLst/>
              <a:ahLst/>
              <a:cxnLst/>
              <a:rect l="l" t="t" r="r" b="b"/>
              <a:pathLst>
                <a:path w="418592" h="84455">
                  <a:moveTo>
                    <a:pt x="0" y="0"/>
                  </a:moveTo>
                  <a:lnTo>
                    <a:pt x="418592" y="0"/>
                  </a:lnTo>
                  <a:lnTo>
                    <a:pt x="418592" y="84455"/>
                  </a:lnTo>
                  <a:lnTo>
                    <a:pt x="0" y="84455"/>
                  </a:lnTo>
                  <a:close/>
                </a:path>
              </a:pathLst>
            </a:custGeom>
            <a:solidFill>
              <a:srgbClr val="92ABDF"/>
            </a:solidFill>
          </p:spPr>
        </p:sp>
        <p:sp>
          <p:nvSpPr>
            <p:cNvPr id="21" name="Freeform 21"/>
            <p:cNvSpPr/>
            <p:nvPr/>
          </p:nvSpPr>
          <p:spPr>
            <a:xfrm>
              <a:off x="0" y="0"/>
              <a:ext cx="443992" cy="109855"/>
            </a:xfrm>
            <a:custGeom>
              <a:avLst/>
              <a:gdLst/>
              <a:ahLst/>
              <a:cxnLst/>
              <a:rect l="l" t="t" r="r" b="b"/>
              <a:pathLst>
                <a:path w="443992" h="109855">
                  <a:moveTo>
                    <a:pt x="12700" y="0"/>
                  </a:moveTo>
                  <a:lnTo>
                    <a:pt x="431292" y="0"/>
                  </a:lnTo>
                  <a:cubicBezTo>
                    <a:pt x="438277" y="0"/>
                    <a:pt x="443992" y="5715"/>
                    <a:pt x="443992" y="12700"/>
                  </a:cubicBezTo>
                  <a:lnTo>
                    <a:pt x="443992" y="97155"/>
                  </a:lnTo>
                  <a:cubicBezTo>
                    <a:pt x="443992" y="104140"/>
                    <a:pt x="438277" y="109855"/>
                    <a:pt x="431292" y="109855"/>
                  </a:cubicBezTo>
                  <a:lnTo>
                    <a:pt x="12700" y="109855"/>
                  </a:lnTo>
                  <a:cubicBezTo>
                    <a:pt x="5715" y="109855"/>
                    <a:pt x="0" y="104140"/>
                    <a:pt x="0" y="97155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97155"/>
                  </a:lnTo>
                  <a:lnTo>
                    <a:pt x="12700" y="97155"/>
                  </a:lnTo>
                  <a:lnTo>
                    <a:pt x="12700" y="84455"/>
                  </a:lnTo>
                  <a:lnTo>
                    <a:pt x="431292" y="84455"/>
                  </a:lnTo>
                  <a:lnTo>
                    <a:pt x="431292" y="97155"/>
                  </a:lnTo>
                  <a:lnTo>
                    <a:pt x="418592" y="97155"/>
                  </a:lnTo>
                  <a:lnTo>
                    <a:pt x="418592" y="12700"/>
                  </a:lnTo>
                  <a:lnTo>
                    <a:pt x="431292" y="12700"/>
                  </a:lnTo>
                  <a:lnTo>
                    <a:pt x="431292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92ABDF"/>
            </a:solidFill>
          </p:spPr>
        </p:sp>
      </p:grpSp>
      <p:grpSp>
        <p:nvGrpSpPr>
          <p:cNvPr id="22" name="Group 22"/>
          <p:cNvGrpSpPr/>
          <p:nvPr/>
        </p:nvGrpSpPr>
        <p:grpSpPr>
          <a:xfrm>
            <a:off x="854698" y="1028772"/>
            <a:ext cx="333009" cy="82396"/>
            <a:chOff x="0" y="0"/>
            <a:chExt cx="444012" cy="109862"/>
          </a:xfrm>
        </p:grpSpPr>
        <p:sp>
          <p:nvSpPr>
            <p:cNvPr id="23" name="Freeform 23"/>
            <p:cNvSpPr/>
            <p:nvPr/>
          </p:nvSpPr>
          <p:spPr>
            <a:xfrm>
              <a:off x="12700" y="12700"/>
              <a:ext cx="418592" cy="84455"/>
            </a:xfrm>
            <a:custGeom>
              <a:avLst/>
              <a:gdLst/>
              <a:ahLst/>
              <a:cxnLst/>
              <a:rect l="l" t="t" r="r" b="b"/>
              <a:pathLst>
                <a:path w="418592" h="84455">
                  <a:moveTo>
                    <a:pt x="0" y="0"/>
                  </a:moveTo>
                  <a:lnTo>
                    <a:pt x="418592" y="0"/>
                  </a:lnTo>
                  <a:lnTo>
                    <a:pt x="418592" y="84455"/>
                  </a:lnTo>
                  <a:lnTo>
                    <a:pt x="0" y="84455"/>
                  </a:lnTo>
                  <a:close/>
                </a:path>
              </a:pathLst>
            </a:custGeom>
            <a:solidFill>
              <a:srgbClr val="92ABDF"/>
            </a:solidFill>
          </p:spPr>
        </p:sp>
        <p:sp>
          <p:nvSpPr>
            <p:cNvPr id="24" name="Freeform 24"/>
            <p:cNvSpPr/>
            <p:nvPr/>
          </p:nvSpPr>
          <p:spPr>
            <a:xfrm>
              <a:off x="0" y="0"/>
              <a:ext cx="443992" cy="109855"/>
            </a:xfrm>
            <a:custGeom>
              <a:avLst/>
              <a:gdLst/>
              <a:ahLst/>
              <a:cxnLst/>
              <a:rect l="l" t="t" r="r" b="b"/>
              <a:pathLst>
                <a:path w="443992" h="109855">
                  <a:moveTo>
                    <a:pt x="12700" y="0"/>
                  </a:moveTo>
                  <a:lnTo>
                    <a:pt x="431292" y="0"/>
                  </a:lnTo>
                  <a:cubicBezTo>
                    <a:pt x="438277" y="0"/>
                    <a:pt x="443992" y="5715"/>
                    <a:pt x="443992" y="12700"/>
                  </a:cubicBezTo>
                  <a:lnTo>
                    <a:pt x="443992" y="97155"/>
                  </a:lnTo>
                  <a:cubicBezTo>
                    <a:pt x="443992" y="104140"/>
                    <a:pt x="438277" y="109855"/>
                    <a:pt x="431292" y="109855"/>
                  </a:cubicBezTo>
                  <a:lnTo>
                    <a:pt x="12700" y="109855"/>
                  </a:lnTo>
                  <a:cubicBezTo>
                    <a:pt x="5715" y="109855"/>
                    <a:pt x="0" y="104140"/>
                    <a:pt x="0" y="97155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97155"/>
                  </a:lnTo>
                  <a:lnTo>
                    <a:pt x="12700" y="97155"/>
                  </a:lnTo>
                  <a:lnTo>
                    <a:pt x="12700" y="84455"/>
                  </a:lnTo>
                  <a:lnTo>
                    <a:pt x="431292" y="84455"/>
                  </a:lnTo>
                  <a:lnTo>
                    <a:pt x="431292" y="97155"/>
                  </a:lnTo>
                  <a:lnTo>
                    <a:pt x="418592" y="97155"/>
                  </a:lnTo>
                  <a:lnTo>
                    <a:pt x="418592" y="12700"/>
                  </a:lnTo>
                  <a:lnTo>
                    <a:pt x="431292" y="12700"/>
                  </a:lnTo>
                  <a:lnTo>
                    <a:pt x="431292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92ABDF"/>
            </a:solidFill>
          </p:spPr>
        </p:sp>
      </p:grpSp>
      <p:grpSp>
        <p:nvGrpSpPr>
          <p:cNvPr id="25" name="Group 25"/>
          <p:cNvGrpSpPr/>
          <p:nvPr/>
        </p:nvGrpSpPr>
        <p:grpSpPr>
          <a:xfrm>
            <a:off x="782811" y="9200778"/>
            <a:ext cx="342534" cy="91922"/>
            <a:chOff x="0" y="0"/>
            <a:chExt cx="456712" cy="122562"/>
          </a:xfrm>
        </p:grpSpPr>
        <p:sp>
          <p:nvSpPr>
            <p:cNvPr id="26" name="Freeform 26"/>
            <p:cNvSpPr/>
            <p:nvPr/>
          </p:nvSpPr>
          <p:spPr>
            <a:xfrm>
              <a:off x="19050" y="19050"/>
              <a:ext cx="418592" cy="84455"/>
            </a:xfrm>
            <a:custGeom>
              <a:avLst/>
              <a:gdLst/>
              <a:ahLst/>
              <a:cxnLst/>
              <a:rect l="l" t="t" r="r" b="b"/>
              <a:pathLst>
                <a:path w="418592" h="84455">
                  <a:moveTo>
                    <a:pt x="0" y="0"/>
                  </a:moveTo>
                  <a:lnTo>
                    <a:pt x="418592" y="0"/>
                  </a:lnTo>
                  <a:lnTo>
                    <a:pt x="418592" y="84455"/>
                  </a:lnTo>
                  <a:lnTo>
                    <a:pt x="0" y="84455"/>
                  </a:lnTo>
                  <a:close/>
                </a:path>
              </a:pathLst>
            </a:custGeom>
            <a:solidFill>
              <a:srgbClr val="92ABDF"/>
            </a:solidFill>
          </p:spPr>
        </p:sp>
        <p:sp>
          <p:nvSpPr>
            <p:cNvPr id="27" name="Freeform 27"/>
            <p:cNvSpPr/>
            <p:nvPr/>
          </p:nvSpPr>
          <p:spPr>
            <a:xfrm>
              <a:off x="0" y="0"/>
              <a:ext cx="456692" cy="122555"/>
            </a:xfrm>
            <a:custGeom>
              <a:avLst/>
              <a:gdLst/>
              <a:ahLst/>
              <a:cxnLst/>
              <a:rect l="l" t="t" r="r" b="b"/>
              <a:pathLst>
                <a:path w="456692" h="122555">
                  <a:moveTo>
                    <a:pt x="19050" y="0"/>
                  </a:moveTo>
                  <a:lnTo>
                    <a:pt x="437642" y="0"/>
                  </a:lnTo>
                  <a:cubicBezTo>
                    <a:pt x="448183" y="0"/>
                    <a:pt x="456692" y="8509"/>
                    <a:pt x="456692" y="19050"/>
                  </a:cubicBezTo>
                  <a:lnTo>
                    <a:pt x="456692" y="103505"/>
                  </a:lnTo>
                  <a:cubicBezTo>
                    <a:pt x="456692" y="114046"/>
                    <a:pt x="448183" y="122555"/>
                    <a:pt x="437642" y="122555"/>
                  </a:cubicBezTo>
                  <a:lnTo>
                    <a:pt x="19050" y="122555"/>
                  </a:lnTo>
                  <a:cubicBezTo>
                    <a:pt x="8509" y="122555"/>
                    <a:pt x="0" y="114046"/>
                    <a:pt x="0" y="103505"/>
                  </a:cubicBezTo>
                  <a:lnTo>
                    <a:pt x="0" y="19050"/>
                  </a:lnTo>
                  <a:cubicBezTo>
                    <a:pt x="0" y="8509"/>
                    <a:pt x="8509" y="0"/>
                    <a:pt x="19050" y="0"/>
                  </a:cubicBezTo>
                  <a:moveTo>
                    <a:pt x="19050" y="38100"/>
                  </a:moveTo>
                  <a:lnTo>
                    <a:pt x="19050" y="19050"/>
                  </a:lnTo>
                  <a:lnTo>
                    <a:pt x="38100" y="19050"/>
                  </a:lnTo>
                  <a:lnTo>
                    <a:pt x="38100" y="103505"/>
                  </a:lnTo>
                  <a:lnTo>
                    <a:pt x="19050" y="103505"/>
                  </a:lnTo>
                  <a:lnTo>
                    <a:pt x="19050" y="84455"/>
                  </a:lnTo>
                  <a:lnTo>
                    <a:pt x="437642" y="84455"/>
                  </a:lnTo>
                  <a:lnTo>
                    <a:pt x="437642" y="103505"/>
                  </a:lnTo>
                  <a:lnTo>
                    <a:pt x="418592" y="103505"/>
                  </a:lnTo>
                  <a:lnTo>
                    <a:pt x="418592" y="19050"/>
                  </a:lnTo>
                  <a:lnTo>
                    <a:pt x="437642" y="19050"/>
                  </a:lnTo>
                  <a:lnTo>
                    <a:pt x="437642" y="38100"/>
                  </a:lnTo>
                  <a:lnTo>
                    <a:pt x="19050" y="38100"/>
                  </a:lnTo>
                  <a:close/>
                </a:path>
              </a:pathLst>
            </a:custGeom>
            <a:solidFill>
              <a:srgbClr val="92ABDF"/>
            </a:solidFill>
          </p:spPr>
        </p:sp>
      </p:grpSp>
      <p:grpSp>
        <p:nvGrpSpPr>
          <p:cNvPr id="28" name="Group 28"/>
          <p:cNvGrpSpPr/>
          <p:nvPr/>
        </p:nvGrpSpPr>
        <p:grpSpPr>
          <a:xfrm>
            <a:off x="782811" y="9346239"/>
            <a:ext cx="342534" cy="91922"/>
            <a:chOff x="0" y="0"/>
            <a:chExt cx="456712" cy="122562"/>
          </a:xfrm>
        </p:grpSpPr>
        <p:sp>
          <p:nvSpPr>
            <p:cNvPr id="29" name="Freeform 29"/>
            <p:cNvSpPr/>
            <p:nvPr/>
          </p:nvSpPr>
          <p:spPr>
            <a:xfrm>
              <a:off x="19050" y="19050"/>
              <a:ext cx="418592" cy="84455"/>
            </a:xfrm>
            <a:custGeom>
              <a:avLst/>
              <a:gdLst/>
              <a:ahLst/>
              <a:cxnLst/>
              <a:rect l="l" t="t" r="r" b="b"/>
              <a:pathLst>
                <a:path w="418592" h="84455">
                  <a:moveTo>
                    <a:pt x="0" y="0"/>
                  </a:moveTo>
                  <a:lnTo>
                    <a:pt x="418592" y="0"/>
                  </a:lnTo>
                  <a:lnTo>
                    <a:pt x="418592" y="84455"/>
                  </a:lnTo>
                  <a:lnTo>
                    <a:pt x="0" y="84455"/>
                  </a:lnTo>
                  <a:close/>
                </a:path>
              </a:pathLst>
            </a:custGeom>
            <a:solidFill>
              <a:srgbClr val="92ABDF"/>
            </a:solidFill>
          </p:spPr>
        </p:sp>
        <p:sp>
          <p:nvSpPr>
            <p:cNvPr id="30" name="Freeform 30"/>
            <p:cNvSpPr/>
            <p:nvPr/>
          </p:nvSpPr>
          <p:spPr>
            <a:xfrm>
              <a:off x="0" y="0"/>
              <a:ext cx="456692" cy="122555"/>
            </a:xfrm>
            <a:custGeom>
              <a:avLst/>
              <a:gdLst/>
              <a:ahLst/>
              <a:cxnLst/>
              <a:rect l="l" t="t" r="r" b="b"/>
              <a:pathLst>
                <a:path w="456692" h="122555">
                  <a:moveTo>
                    <a:pt x="19050" y="0"/>
                  </a:moveTo>
                  <a:lnTo>
                    <a:pt x="437642" y="0"/>
                  </a:lnTo>
                  <a:cubicBezTo>
                    <a:pt x="448183" y="0"/>
                    <a:pt x="456692" y="8509"/>
                    <a:pt x="456692" y="19050"/>
                  </a:cubicBezTo>
                  <a:lnTo>
                    <a:pt x="456692" y="103505"/>
                  </a:lnTo>
                  <a:cubicBezTo>
                    <a:pt x="456692" y="114046"/>
                    <a:pt x="448183" y="122555"/>
                    <a:pt x="437642" y="122555"/>
                  </a:cubicBezTo>
                  <a:lnTo>
                    <a:pt x="19050" y="122555"/>
                  </a:lnTo>
                  <a:cubicBezTo>
                    <a:pt x="8509" y="122555"/>
                    <a:pt x="0" y="114046"/>
                    <a:pt x="0" y="103505"/>
                  </a:cubicBezTo>
                  <a:lnTo>
                    <a:pt x="0" y="19050"/>
                  </a:lnTo>
                  <a:cubicBezTo>
                    <a:pt x="0" y="8509"/>
                    <a:pt x="8509" y="0"/>
                    <a:pt x="19050" y="0"/>
                  </a:cubicBezTo>
                  <a:moveTo>
                    <a:pt x="19050" y="38100"/>
                  </a:moveTo>
                  <a:lnTo>
                    <a:pt x="19050" y="19050"/>
                  </a:lnTo>
                  <a:lnTo>
                    <a:pt x="38100" y="19050"/>
                  </a:lnTo>
                  <a:lnTo>
                    <a:pt x="38100" y="103505"/>
                  </a:lnTo>
                  <a:lnTo>
                    <a:pt x="19050" y="103505"/>
                  </a:lnTo>
                  <a:lnTo>
                    <a:pt x="19050" y="84455"/>
                  </a:lnTo>
                  <a:lnTo>
                    <a:pt x="437642" y="84455"/>
                  </a:lnTo>
                  <a:lnTo>
                    <a:pt x="437642" y="103505"/>
                  </a:lnTo>
                  <a:lnTo>
                    <a:pt x="418592" y="103505"/>
                  </a:lnTo>
                  <a:lnTo>
                    <a:pt x="418592" y="19050"/>
                  </a:lnTo>
                  <a:lnTo>
                    <a:pt x="437642" y="19050"/>
                  </a:lnTo>
                  <a:lnTo>
                    <a:pt x="437642" y="38100"/>
                  </a:lnTo>
                  <a:lnTo>
                    <a:pt x="19050" y="38100"/>
                  </a:lnTo>
                  <a:close/>
                </a:path>
              </a:pathLst>
            </a:custGeom>
            <a:solidFill>
              <a:srgbClr val="92ABDF"/>
            </a:solidFill>
          </p:spPr>
        </p:sp>
      </p:grpSp>
      <p:grpSp>
        <p:nvGrpSpPr>
          <p:cNvPr id="31" name="Group 31"/>
          <p:cNvGrpSpPr/>
          <p:nvPr/>
        </p:nvGrpSpPr>
        <p:grpSpPr>
          <a:xfrm>
            <a:off x="782811" y="9491700"/>
            <a:ext cx="342534" cy="91922"/>
            <a:chOff x="0" y="0"/>
            <a:chExt cx="456712" cy="122562"/>
          </a:xfrm>
        </p:grpSpPr>
        <p:sp>
          <p:nvSpPr>
            <p:cNvPr id="32" name="Freeform 32"/>
            <p:cNvSpPr/>
            <p:nvPr/>
          </p:nvSpPr>
          <p:spPr>
            <a:xfrm>
              <a:off x="19050" y="19050"/>
              <a:ext cx="418592" cy="84455"/>
            </a:xfrm>
            <a:custGeom>
              <a:avLst/>
              <a:gdLst/>
              <a:ahLst/>
              <a:cxnLst/>
              <a:rect l="l" t="t" r="r" b="b"/>
              <a:pathLst>
                <a:path w="418592" h="84455">
                  <a:moveTo>
                    <a:pt x="0" y="0"/>
                  </a:moveTo>
                  <a:lnTo>
                    <a:pt x="418592" y="0"/>
                  </a:lnTo>
                  <a:lnTo>
                    <a:pt x="418592" y="84455"/>
                  </a:lnTo>
                  <a:lnTo>
                    <a:pt x="0" y="84455"/>
                  </a:lnTo>
                  <a:close/>
                </a:path>
              </a:pathLst>
            </a:custGeom>
            <a:solidFill>
              <a:srgbClr val="92ABDF"/>
            </a:solidFill>
          </p:spPr>
        </p:sp>
        <p:sp>
          <p:nvSpPr>
            <p:cNvPr id="33" name="Freeform 33"/>
            <p:cNvSpPr/>
            <p:nvPr/>
          </p:nvSpPr>
          <p:spPr>
            <a:xfrm>
              <a:off x="0" y="0"/>
              <a:ext cx="456692" cy="122555"/>
            </a:xfrm>
            <a:custGeom>
              <a:avLst/>
              <a:gdLst/>
              <a:ahLst/>
              <a:cxnLst/>
              <a:rect l="l" t="t" r="r" b="b"/>
              <a:pathLst>
                <a:path w="456692" h="122555">
                  <a:moveTo>
                    <a:pt x="19050" y="0"/>
                  </a:moveTo>
                  <a:lnTo>
                    <a:pt x="437642" y="0"/>
                  </a:lnTo>
                  <a:cubicBezTo>
                    <a:pt x="448183" y="0"/>
                    <a:pt x="456692" y="8509"/>
                    <a:pt x="456692" y="19050"/>
                  </a:cubicBezTo>
                  <a:lnTo>
                    <a:pt x="456692" y="103505"/>
                  </a:lnTo>
                  <a:cubicBezTo>
                    <a:pt x="456692" y="114046"/>
                    <a:pt x="448183" y="122555"/>
                    <a:pt x="437642" y="122555"/>
                  </a:cubicBezTo>
                  <a:lnTo>
                    <a:pt x="19050" y="122555"/>
                  </a:lnTo>
                  <a:cubicBezTo>
                    <a:pt x="8509" y="122555"/>
                    <a:pt x="0" y="114046"/>
                    <a:pt x="0" y="103505"/>
                  </a:cubicBezTo>
                  <a:lnTo>
                    <a:pt x="0" y="19050"/>
                  </a:lnTo>
                  <a:cubicBezTo>
                    <a:pt x="0" y="8509"/>
                    <a:pt x="8509" y="0"/>
                    <a:pt x="19050" y="0"/>
                  </a:cubicBezTo>
                  <a:moveTo>
                    <a:pt x="19050" y="38100"/>
                  </a:moveTo>
                  <a:lnTo>
                    <a:pt x="19050" y="19050"/>
                  </a:lnTo>
                  <a:lnTo>
                    <a:pt x="38100" y="19050"/>
                  </a:lnTo>
                  <a:lnTo>
                    <a:pt x="38100" y="103505"/>
                  </a:lnTo>
                  <a:lnTo>
                    <a:pt x="19050" y="103505"/>
                  </a:lnTo>
                  <a:lnTo>
                    <a:pt x="19050" y="84455"/>
                  </a:lnTo>
                  <a:lnTo>
                    <a:pt x="437642" y="84455"/>
                  </a:lnTo>
                  <a:lnTo>
                    <a:pt x="437642" y="103505"/>
                  </a:lnTo>
                  <a:lnTo>
                    <a:pt x="418592" y="103505"/>
                  </a:lnTo>
                  <a:lnTo>
                    <a:pt x="418592" y="19050"/>
                  </a:lnTo>
                  <a:lnTo>
                    <a:pt x="437642" y="19050"/>
                  </a:lnTo>
                  <a:lnTo>
                    <a:pt x="437642" y="38100"/>
                  </a:lnTo>
                  <a:lnTo>
                    <a:pt x="19050" y="38100"/>
                  </a:lnTo>
                  <a:close/>
                </a:path>
              </a:pathLst>
            </a:custGeom>
            <a:solidFill>
              <a:srgbClr val="92ABDF"/>
            </a:solidFill>
          </p:spPr>
        </p:sp>
      </p:grp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307050" cy="10327005"/>
            <a:chOff x="0" y="0"/>
            <a:chExt cx="24409400" cy="13769340"/>
          </a:xfrm>
        </p:grpSpPr>
        <p:sp>
          <p:nvSpPr>
            <p:cNvPr id="3" name="Freeform 3" descr="https://kimi-img.moonshot.cn/pub/slides/slides_tmpl/image/25-09-04-11:33:16-d2sggv61bb2p4onbonk0.jpg"/>
            <p:cNvSpPr/>
            <p:nvPr/>
          </p:nvSpPr>
          <p:spPr>
            <a:xfrm>
              <a:off x="0" y="0"/>
              <a:ext cx="24409400" cy="13769339"/>
            </a:xfrm>
            <a:custGeom>
              <a:avLst/>
              <a:gdLst/>
              <a:ahLst/>
              <a:cxnLst/>
              <a:rect l="l" t="t" r="r" b="b"/>
              <a:pathLst>
                <a:path w="24409400" h="13769339">
                  <a:moveTo>
                    <a:pt x="0" y="0"/>
                  </a:moveTo>
                  <a:lnTo>
                    <a:pt x="24409400" y="0"/>
                  </a:lnTo>
                  <a:lnTo>
                    <a:pt x="24409400" y="13769339"/>
                  </a:lnTo>
                  <a:lnTo>
                    <a:pt x="0" y="137693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 r="-427" b="-105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95250" y="2171700"/>
            <a:ext cx="18097500" cy="685800"/>
            <a:chOff x="0" y="0"/>
            <a:chExt cx="24130000" cy="9144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130000" cy="914400"/>
            </a:xfrm>
            <a:custGeom>
              <a:avLst/>
              <a:gdLst/>
              <a:ahLst/>
              <a:cxnLst/>
              <a:rect l="l" t="t" r="r" b="b"/>
              <a:pathLst>
                <a:path w="24130000" h="914400">
                  <a:moveTo>
                    <a:pt x="0" y="0"/>
                  </a:moveTo>
                  <a:lnTo>
                    <a:pt x="24130000" y="0"/>
                  </a:lnTo>
                  <a:lnTo>
                    <a:pt x="2413000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0"/>
              <a:ext cx="24130000" cy="914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400"/>
                </a:lnSpc>
              </a:pPr>
              <a:r>
                <a:rPr lang="en-US" sz="4500" b="1">
                  <a:solidFill>
                    <a:srgbClr val="5C7CB3"/>
                  </a:solidFill>
                  <a:latin typeface="Noto Sans Bold" panose="020B0802040504020204"/>
                  <a:ea typeface="Noto Sans Bold" panose="020B0802040504020204"/>
                  <a:cs typeface="Noto Sans Bold" panose="020B0802040504020204"/>
                  <a:sym typeface="Noto Sans Bold" panose="020B0802040504020204"/>
                </a:rPr>
                <a:t>Mindgraph-Tutor 目标</a:t>
              </a:r>
              <a:r>
                <a:rPr lang="zh-CN" altLang="en-US" sz="4500" b="1">
                  <a:solidFill>
                    <a:srgbClr val="5C7CB3"/>
                  </a:solidFill>
                  <a:latin typeface="Noto Sans Bold" panose="020B0802040504020204"/>
                  <a:ea typeface="Noto Sans Bold" panose="020B0802040504020204"/>
                  <a:cs typeface="Noto Sans Bold" panose="020B0802040504020204"/>
                  <a:sym typeface="Noto Sans Bold" panose="020B0802040504020204"/>
                </a:rPr>
                <a:t>与</a:t>
              </a:r>
              <a:r>
                <a:rPr lang="zh-CN" altLang="en-US" sz="4500" b="1">
                  <a:solidFill>
                    <a:srgbClr val="5C7CB3"/>
                  </a:solidFill>
                  <a:latin typeface="Noto Sans Bold" panose="020B0802040504020204"/>
                  <a:ea typeface="Noto Sans Bold" panose="020B0802040504020204"/>
                  <a:cs typeface="Noto Sans Bold" panose="020B0802040504020204"/>
                  <a:sym typeface="Noto Sans Bold" panose="020B0802040504020204"/>
                </a:rPr>
                <a:t>特色</a:t>
              </a:r>
              <a:endParaRPr lang="zh-CN" altLang="en-US" sz="4500" b="1">
                <a:solidFill>
                  <a:srgbClr val="5C7CB3"/>
                </a:solidFill>
                <a:latin typeface="Noto Sans Bold" panose="020B0802040504020204"/>
                <a:ea typeface="Noto Sans Bold" panose="020B0802040504020204"/>
                <a:cs typeface="Noto Sans Bold" panose="020B0802040504020204"/>
                <a:sym typeface="Noto Sans Bold" panose="020B0802040504020204"/>
              </a:endParaRP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676400" y="3009900"/>
            <a:ext cx="14935200" cy="457200"/>
            <a:chOff x="0" y="0"/>
            <a:chExt cx="19913600" cy="6096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9913600" cy="609600"/>
            </a:xfrm>
            <a:custGeom>
              <a:avLst/>
              <a:gdLst/>
              <a:ahLst/>
              <a:cxnLst/>
              <a:rect l="l" t="t" r="r" b="b"/>
              <a:pathLst>
                <a:path w="19913600" h="609600">
                  <a:moveTo>
                    <a:pt x="0" y="0"/>
                  </a:moveTo>
                  <a:lnTo>
                    <a:pt x="19913600" y="0"/>
                  </a:lnTo>
                  <a:lnTo>
                    <a:pt x="19913600" y="609600"/>
                  </a:lnTo>
                  <a:lnTo>
                    <a:pt x="0" y="609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76200"/>
              <a:ext cx="19913600" cy="6858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745"/>
                </a:lnSpc>
              </a:pPr>
              <a:r>
                <a:rPr lang="en-US" sz="2400">
                  <a:solidFill>
                    <a:srgbClr val="373737"/>
                  </a:solidFill>
                  <a:latin typeface="Noto Sans" panose="020B0502040504020204"/>
                  <a:ea typeface="Noto Sans" panose="020B0502040504020204"/>
                  <a:cs typeface="Noto Sans" panose="020B0502040504020204"/>
                  <a:sym typeface="Noto Sans" panose="020B0502040504020204"/>
                </a:rPr>
                <a:t>定位为AI驱动的结构化学习平台，融合知识图谱与思维导图，实现个性化、可视化、交互式的学习体验。</a:t>
              </a:r>
              <a:endParaRPr lang="en-US" sz="2400">
                <a:solidFill>
                  <a:srgbClr val="373737"/>
                </a:solidFill>
                <a:latin typeface="Noto Sans" panose="020B0502040504020204"/>
                <a:ea typeface="Noto Sans" panose="020B0502040504020204"/>
                <a:cs typeface="Noto Sans" panose="020B0502040504020204"/>
                <a:sym typeface="Noto Sans" panose="020B0502040504020204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381000" y="4381500"/>
            <a:ext cx="5429250" cy="3429000"/>
            <a:chOff x="0" y="0"/>
            <a:chExt cx="7239000" cy="45720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7239000" cy="4572000"/>
            </a:xfrm>
            <a:custGeom>
              <a:avLst/>
              <a:gdLst/>
              <a:ahLst/>
              <a:cxnLst/>
              <a:rect l="l" t="t" r="r" b="b"/>
              <a:pathLst>
                <a:path w="7239000" h="4572000">
                  <a:moveTo>
                    <a:pt x="203200" y="0"/>
                  </a:moveTo>
                  <a:lnTo>
                    <a:pt x="7035800" y="0"/>
                  </a:lnTo>
                  <a:cubicBezTo>
                    <a:pt x="7148068" y="0"/>
                    <a:pt x="7239000" y="90932"/>
                    <a:pt x="7239000" y="203200"/>
                  </a:cubicBezTo>
                  <a:lnTo>
                    <a:pt x="7239000" y="4368800"/>
                  </a:lnTo>
                  <a:cubicBezTo>
                    <a:pt x="7239000" y="4481068"/>
                    <a:pt x="7148068" y="4572000"/>
                    <a:pt x="7035800" y="4572000"/>
                  </a:cubicBezTo>
                  <a:lnTo>
                    <a:pt x="203200" y="4572000"/>
                  </a:lnTo>
                  <a:cubicBezTo>
                    <a:pt x="90932" y="4572000"/>
                    <a:pt x="0" y="4481068"/>
                    <a:pt x="0" y="4368800"/>
                  </a:cubicBezTo>
                  <a:lnTo>
                    <a:pt x="0" y="203200"/>
                  </a:lnTo>
                  <a:cubicBezTo>
                    <a:pt x="0" y="91059"/>
                    <a:pt x="91059" y="0"/>
                    <a:pt x="203200" y="0"/>
                  </a:cubicBezTo>
                  <a:close/>
                </a:path>
              </a:pathLst>
            </a:custGeom>
            <a:solidFill>
              <a:srgbClr val="8FA7D0">
                <a:alpha val="3922"/>
              </a:srgbClr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2489121" y="4686300"/>
            <a:ext cx="1219200" cy="1219200"/>
            <a:chOff x="0" y="0"/>
            <a:chExt cx="1625600" cy="16256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625600" cy="1625600"/>
            </a:xfrm>
            <a:custGeom>
              <a:avLst/>
              <a:gdLst/>
              <a:ahLst/>
              <a:cxnLst/>
              <a:rect l="l" t="t" r="r" b="b"/>
              <a:pathLst>
                <a:path w="1625600" h="1625600">
                  <a:moveTo>
                    <a:pt x="812800" y="0"/>
                  </a:moveTo>
                  <a:cubicBezTo>
                    <a:pt x="1261364" y="0"/>
                    <a:pt x="1625600" y="364236"/>
                    <a:pt x="1625600" y="812800"/>
                  </a:cubicBezTo>
                  <a:cubicBezTo>
                    <a:pt x="1625600" y="1261364"/>
                    <a:pt x="1261364" y="1625600"/>
                    <a:pt x="812800" y="1625600"/>
                  </a:cubicBezTo>
                  <a:cubicBezTo>
                    <a:pt x="364236" y="1625600"/>
                    <a:pt x="0" y="1261364"/>
                    <a:pt x="0" y="812800"/>
                  </a:cubicBezTo>
                  <a:cubicBezTo>
                    <a:pt x="0" y="364236"/>
                    <a:pt x="364236" y="0"/>
                    <a:pt x="812800" y="0"/>
                  </a:cubicBezTo>
                  <a:close/>
                </a:path>
              </a:pathLst>
            </a:custGeom>
            <a:solidFill>
              <a:srgbClr val="7097E5"/>
            </a:solidFill>
          </p:spPr>
        </p:sp>
      </p:grpSp>
      <p:sp>
        <p:nvSpPr>
          <p:cNvPr id="14" name="Freeform 14"/>
          <p:cNvSpPr/>
          <p:nvPr/>
        </p:nvSpPr>
        <p:spPr>
          <a:xfrm>
            <a:off x="2817734" y="5010150"/>
            <a:ext cx="571500" cy="571500"/>
          </a:xfrm>
          <a:custGeom>
            <a:avLst/>
            <a:gdLst/>
            <a:ahLst/>
            <a:cxnLst/>
            <a:rect l="l" t="t" r="r" b="b"/>
            <a:pathLst>
              <a:path w="571500" h="571500">
                <a:moveTo>
                  <a:pt x="0" y="0"/>
                </a:moveTo>
                <a:lnTo>
                  <a:pt x="571500" y="0"/>
                </a:lnTo>
                <a:lnTo>
                  <a:pt x="57150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5" name="Group 15"/>
          <p:cNvGrpSpPr/>
          <p:nvPr/>
        </p:nvGrpSpPr>
        <p:grpSpPr>
          <a:xfrm>
            <a:off x="1727121" y="6134100"/>
            <a:ext cx="2743200" cy="533400"/>
            <a:chOff x="0" y="0"/>
            <a:chExt cx="3657600" cy="7112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657600" cy="711200"/>
            </a:xfrm>
            <a:custGeom>
              <a:avLst/>
              <a:gdLst/>
              <a:ahLst/>
              <a:cxnLst/>
              <a:rect l="l" t="t" r="r" b="b"/>
              <a:pathLst>
                <a:path w="3657600" h="711200">
                  <a:moveTo>
                    <a:pt x="0" y="0"/>
                  </a:moveTo>
                  <a:lnTo>
                    <a:pt x="3657600" y="0"/>
                  </a:lnTo>
                  <a:lnTo>
                    <a:pt x="3657600" y="711200"/>
                  </a:lnTo>
                  <a:lnTo>
                    <a:pt x="0" y="7112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104775"/>
              <a:ext cx="3657600" cy="8159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210"/>
                </a:lnSpc>
              </a:pPr>
              <a:r>
                <a:rPr lang="en-US" sz="2700" b="1">
                  <a:solidFill>
                    <a:srgbClr val="5C7CB3"/>
                  </a:solidFill>
                  <a:latin typeface="Noto Sans Bold" panose="020B0802040504020204"/>
                  <a:ea typeface="Noto Sans Bold" panose="020B0802040504020204"/>
                  <a:cs typeface="Noto Sans Bold" panose="020B0802040504020204"/>
                  <a:sym typeface="Noto Sans Bold" panose="020B0802040504020204"/>
                </a:rPr>
                <a:t>个性化学习路径</a:t>
              </a:r>
              <a:endParaRPr lang="en-US" sz="2700" b="1">
                <a:solidFill>
                  <a:srgbClr val="5C7CB3"/>
                </a:solidFill>
                <a:latin typeface="Noto Sans Bold" panose="020B0802040504020204"/>
                <a:ea typeface="Noto Sans Bold" panose="020B0802040504020204"/>
                <a:cs typeface="Noto Sans Bold" panose="020B0802040504020204"/>
                <a:sym typeface="Noto Sans Bold" panose="020B0802040504020204"/>
              </a:endParaRP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85800" y="6743700"/>
            <a:ext cx="4819650" cy="762000"/>
            <a:chOff x="0" y="0"/>
            <a:chExt cx="6426200" cy="10160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6426200" cy="1016000"/>
            </a:xfrm>
            <a:custGeom>
              <a:avLst/>
              <a:gdLst/>
              <a:ahLst/>
              <a:cxnLst/>
              <a:rect l="l" t="t" r="r" b="b"/>
              <a:pathLst>
                <a:path w="6426200" h="1016000">
                  <a:moveTo>
                    <a:pt x="0" y="0"/>
                  </a:moveTo>
                  <a:lnTo>
                    <a:pt x="6426200" y="0"/>
                  </a:lnTo>
                  <a:lnTo>
                    <a:pt x="6426200" y="1016000"/>
                  </a:lnTo>
                  <a:lnTo>
                    <a:pt x="0" y="10160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-47625"/>
              <a:ext cx="6426200" cy="10636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025"/>
                </a:lnSpc>
              </a:pPr>
              <a:r>
                <a:rPr lang="en-US" sz="2100">
                  <a:solidFill>
                    <a:srgbClr val="373737"/>
                  </a:solidFill>
                  <a:latin typeface="Noto Sans" panose="020B0502040504020204"/>
                  <a:ea typeface="Noto Sans" panose="020B0502040504020204"/>
                  <a:cs typeface="Noto Sans" panose="020B0502040504020204"/>
                  <a:sym typeface="Noto Sans" panose="020B0502040504020204"/>
                </a:rPr>
                <a:t>根据用户水平与目标，动态生成独一无二的学习路径，实现因材施教。</a:t>
              </a:r>
              <a:endParaRPr lang="en-US" sz="2100">
                <a:solidFill>
                  <a:srgbClr val="373737"/>
                </a:solidFill>
                <a:latin typeface="Noto Sans" panose="020B0502040504020204"/>
                <a:ea typeface="Noto Sans" panose="020B0502040504020204"/>
                <a:cs typeface="Noto Sans" panose="020B0502040504020204"/>
                <a:sym typeface="Noto Sans" panose="020B0502040504020204"/>
              </a:endParaRP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426279" y="4686300"/>
            <a:ext cx="5429250" cy="3429000"/>
            <a:chOff x="0" y="0"/>
            <a:chExt cx="7239000" cy="45720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7239000" cy="4572000"/>
            </a:xfrm>
            <a:custGeom>
              <a:avLst/>
              <a:gdLst/>
              <a:ahLst/>
              <a:cxnLst/>
              <a:rect l="l" t="t" r="r" b="b"/>
              <a:pathLst>
                <a:path w="7239000" h="4572000">
                  <a:moveTo>
                    <a:pt x="203200" y="0"/>
                  </a:moveTo>
                  <a:lnTo>
                    <a:pt x="7035800" y="0"/>
                  </a:lnTo>
                  <a:cubicBezTo>
                    <a:pt x="7148068" y="0"/>
                    <a:pt x="7239000" y="90932"/>
                    <a:pt x="7239000" y="203200"/>
                  </a:cubicBezTo>
                  <a:lnTo>
                    <a:pt x="7239000" y="4368800"/>
                  </a:lnTo>
                  <a:cubicBezTo>
                    <a:pt x="7239000" y="4481068"/>
                    <a:pt x="7148068" y="4572000"/>
                    <a:pt x="7035800" y="4572000"/>
                  </a:cubicBezTo>
                  <a:lnTo>
                    <a:pt x="203200" y="4572000"/>
                  </a:lnTo>
                  <a:cubicBezTo>
                    <a:pt x="90932" y="4572000"/>
                    <a:pt x="0" y="4481068"/>
                    <a:pt x="0" y="4368800"/>
                  </a:cubicBezTo>
                  <a:lnTo>
                    <a:pt x="0" y="203200"/>
                  </a:lnTo>
                  <a:cubicBezTo>
                    <a:pt x="0" y="91059"/>
                    <a:pt x="91059" y="0"/>
                    <a:pt x="203200" y="0"/>
                  </a:cubicBezTo>
                  <a:close/>
                </a:path>
              </a:pathLst>
            </a:custGeom>
            <a:solidFill>
              <a:srgbClr val="8FA7D0">
                <a:alpha val="3922"/>
              </a:srgbClr>
            </a:solidFill>
          </p:spPr>
        </p:sp>
      </p:grpSp>
      <p:grpSp>
        <p:nvGrpSpPr>
          <p:cNvPr id="23" name="Group 23"/>
          <p:cNvGrpSpPr/>
          <p:nvPr/>
        </p:nvGrpSpPr>
        <p:grpSpPr>
          <a:xfrm>
            <a:off x="8534400" y="4991100"/>
            <a:ext cx="1219200" cy="1219200"/>
            <a:chOff x="0" y="0"/>
            <a:chExt cx="1625600" cy="16256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625600" cy="1625600"/>
            </a:xfrm>
            <a:custGeom>
              <a:avLst/>
              <a:gdLst/>
              <a:ahLst/>
              <a:cxnLst/>
              <a:rect l="l" t="t" r="r" b="b"/>
              <a:pathLst>
                <a:path w="1625600" h="1625600">
                  <a:moveTo>
                    <a:pt x="812800" y="0"/>
                  </a:moveTo>
                  <a:cubicBezTo>
                    <a:pt x="1261364" y="0"/>
                    <a:pt x="1625600" y="364236"/>
                    <a:pt x="1625600" y="812800"/>
                  </a:cubicBezTo>
                  <a:cubicBezTo>
                    <a:pt x="1625600" y="1261364"/>
                    <a:pt x="1261364" y="1625600"/>
                    <a:pt x="812800" y="1625600"/>
                  </a:cubicBezTo>
                  <a:cubicBezTo>
                    <a:pt x="364236" y="1625600"/>
                    <a:pt x="0" y="1261364"/>
                    <a:pt x="0" y="812800"/>
                  </a:cubicBezTo>
                  <a:cubicBezTo>
                    <a:pt x="0" y="364236"/>
                    <a:pt x="364236" y="0"/>
                    <a:pt x="812800" y="0"/>
                  </a:cubicBezTo>
                  <a:close/>
                </a:path>
              </a:pathLst>
            </a:custGeom>
            <a:solidFill>
              <a:srgbClr val="7097E5"/>
            </a:solidFill>
          </p:spPr>
        </p:sp>
      </p:grpSp>
      <p:sp>
        <p:nvSpPr>
          <p:cNvPr id="25" name="Freeform 25"/>
          <p:cNvSpPr/>
          <p:nvPr/>
        </p:nvSpPr>
        <p:spPr>
          <a:xfrm>
            <a:off x="8863012" y="5314950"/>
            <a:ext cx="571500" cy="571500"/>
          </a:xfrm>
          <a:custGeom>
            <a:avLst/>
            <a:gdLst/>
            <a:ahLst/>
            <a:cxnLst/>
            <a:rect l="l" t="t" r="r" b="b"/>
            <a:pathLst>
              <a:path w="571500" h="571500">
                <a:moveTo>
                  <a:pt x="0" y="0"/>
                </a:moveTo>
                <a:lnTo>
                  <a:pt x="571500" y="0"/>
                </a:lnTo>
                <a:lnTo>
                  <a:pt x="57150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26" name="Group 26"/>
          <p:cNvGrpSpPr/>
          <p:nvPr/>
        </p:nvGrpSpPr>
        <p:grpSpPr>
          <a:xfrm>
            <a:off x="7772400" y="6438900"/>
            <a:ext cx="2743200" cy="533400"/>
            <a:chOff x="0" y="0"/>
            <a:chExt cx="3657600" cy="7112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3657600" cy="711200"/>
            </a:xfrm>
            <a:custGeom>
              <a:avLst/>
              <a:gdLst/>
              <a:ahLst/>
              <a:cxnLst/>
              <a:rect l="l" t="t" r="r" b="b"/>
              <a:pathLst>
                <a:path w="3657600" h="711200">
                  <a:moveTo>
                    <a:pt x="0" y="0"/>
                  </a:moveTo>
                  <a:lnTo>
                    <a:pt x="3657600" y="0"/>
                  </a:lnTo>
                  <a:lnTo>
                    <a:pt x="3657600" y="711200"/>
                  </a:lnTo>
                  <a:lnTo>
                    <a:pt x="0" y="7112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8" name="TextBox 28"/>
            <p:cNvSpPr txBox="1"/>
            <p:nvPr/>
          </p:nvSpPr>
          <p:spPr>
            <a:xfrm>
              <a:off x="0" y="-104775"/>
              <a:ext cx="3657600" cy="8159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210"/>
                </a:lnSpc>
              </a:pPr>
              <a:r>
                <a:rPr lang="en-US" sz="2700" b="1">
                  <a:solidFill>
                    <a:srgbClr val="5C7CB3"/>
                  </a:solidFill>
                  <a:latin typeface="Noto Sans Bold" panose="020B0802040504020204"/>
                  <a:ea typeface="Noto Sans Bold" panose="020B0802040504020204"/>
                  <a:cs typeface="Noto Sans Bold" panose="020B0802040504020204"/>
                  <a:sym typeface="Noto Sans Bold" panose="020B0802040504020204"/>
                </a:rPr>
                <a:t>知识关系可视化</a:t>
              </a:r>
              <a:endParaRPr lang="en-US" sz="2700" b="1">
                <a:solidFill>
                  <a:srgbClr val="5C7CB3"/>
                </a:solidFill>
                <a:latin typeface="Noto Sans Bold" panose="020B0802040504020204"/>
                <a:ea typeface="Noto Sans Bold" panose="020B0802040504020204"/>
                <a:cs typeface="Noto Sans Bold" panose="020B0802040504020204"/>
                <a:sym typeface="Noto Sans Bold" panose="020B0802040504020204"/>
              </a:endParaRP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731079" y="7048500"/>
            <a:ext cx="4819650" cy="762000"/>
            <a:chOff x="0" y="0"/>
            <a:chExt cx="6426200" cy="10160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6426200" cy="1016000"/>
            </a:xfrm>
            <a:custGeom>
              <a:avLst/>
              <a:gdLst/>
              <a:ahLst/>
              <a:cxnLst/>
              <a:rect l="l" t="t" r="r" b="b"/>
              <a:pathLst>
                <a:path w="6426200" h="1016000">
                  <a:moveTo>
                    <a:pt x="0" y="0"/>
                  </a:moveTo>
                  <a:lnTo>
                    <a:pt x="6426200" y="0"/>
                  </a:lnTo>
                  <a:lnTo>
                    <a:pt x="6426200" y="1016000"/>
                  </a:lnTo>
                  <a:lnTo>
                    <a:pt x="0" y="10160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1" name="TextBox 31"/>
            <p:cNvSpPr txBox="1"/>
            <p:nvPr/>
          </p:nvSpPr>
          <p:spPr>
            <a:xfrm>
              <a:off x="0" y="-47625"/>
              <a:ext cx="6426200" cy="10636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025"/>
                </a:lnSpc>
              </a:pPr>
              <a:r>
                <a:rPr lang="en-US" sz="2100">
                  <a:solidFill>
                    <a:srgbClr val="373737"/>
                  </a:solidFill>
                  <a:latin typeface="Noto Sans" panose="020B0502040504020204"/>
                  <a:ea typeface="Noto Sans" panose="020B0502040504020204"/>
                  <a:cs typeface="Noto Sans" panose="020B0502040504020204"/>
                  <a:sym typeface="Noto Sans" panose="020B0502040504020204"/>
                </a:rPr>
                <a:t>将抽象知识关系可视化，清晰呈现核心、边界与概念依赖，降低认知负荷。</a:t>
              </a:r>
              <a:endParaRPr lang="en-US" sz="2100">
                <a:solidFill>
                  <a:srgbClr val="373737"/>
                </a:solidFill>
                <a:latin typeface="Noto Sans" panose="020B0502040504020204"/>
                <a:ea typeface="Noto Sans" panose="020B0502040504020204"/>
                <a:cs typeface="Noto Sans" panose="020B0502040504020204"/>
                <a:sym typeface="Noto Sans" panose="020B0502040504020204"/>
              </a:endParaRP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2471558" y="4381500"/>
            <a:ext cx="5429250" cy="3429000"/>
            <a:chOff x="0" y="0"/>
            <a:chExt cx="7239000" cy="45720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7239000" cy="4572000"/>
            </a:xfrm>
            <a:custGeom>
              <a:avLst/>
              <a:gdLst/>
              <a:ahLst/>
              <a:cxnLst/>
              <a:rect l="l" t="t" r="r" b="b"/>
              <a:pathLst>
                <a:path w="7239000" h="4572000">
                  <a:moveTo>
                    <a:pt x="203200" y="0"/>
                  </a:moveTo>
                  <a:lnTo>
                    <a:pt x="7035800" y="0"/>
                  </a:lnTo>
                  <a:cubicBezTo>
                    <a:pt x="7148068" y="0"/>
                    <a:pt x="7239000" y="90932"/>
                    <a:pt x="7239000" y="203200"/>
                  </a:cubicBezTo>
                  <a:lnTo>
                    <a:pt x="7239000" y="4368800"/>
                  </a:lnTo>
                  <a:cubicBezTo>
                    <a:pt x="7239000" y="4481068"/>
                    <a:pt x="7148068" y="4572000"/>
                    <a:pt x="7035800" y="4572000"/>
                  </a:cubicBezTo>
                  <a:lnTo>
                    <a:pt x="203200" y="4572000"/>
                  </a:lnTo>
                  <a:cubicBezTo>
                    <a:pt x="90932" y="4572000"/>
                    <a:pt x="0" y="4481068"/>
                    <a:pt x="0" y="4368800"/>
                  </a:cubicBezTo>
                  <a:lnTo>
                    <a:pt x="0" y="203200"/>
                  </a:lnTo>
                  <a:cubicBezTo>
                    <a:pt x="0" y="91059"/>
                    <a:pt x="91059" y="0"/>
                    <a:pt x="203200" y="0"/>
                  </a:cubicBezTo>
                  <a:close/>
                </a:path>
              </a:pathLst>
            </a:custGeom>
            <a:solidFill>
              <a:srgbClr val="8FA7D0">
                <a:alpha val="3922"/>
              </a:srgbClr>
            </a:solidFill>
          </p:spPr>
        </p:sp>
      </p:grpSp>
      <p:grpSp>
        <p:nvGrpSpPr>
          <p:cNvPr id="34" name="Group 34"/>
          <p:cNvGrpSpPr/>
          <p:nvPr/>
        </p:nvGrpSpPr>
        <p:grpSpPr>
          <a:xfrm>
            <a:off x="14579681" y="4686300"/>
            <a:ext cx="1219200" cy="1219200"/>
            <a:chOff x="0" y="0"/>
            <a:chExt cx="1625600" cy="162560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625600" cy="1625600"/>
            </a:xfrm>
            <a:custGeom>
              <a:avLst/>
              <a:gdLst/>
              <a:ahLst/>
              <a:cxnLst/>
              <a:rect l="l" t="t" r="r" b="b"/>
              <a:pathLst>
                <a:path w="1625600" h="1625600">
                  <a:moveTo>
                    <a:pt x="812800" y="0"/>
                  </a:moveTo>
                  <a:cubicBezTo>
                    <a:pt x="1261364" y="0"/>
                    <a:pt x="1625600" y="364236"/>
                    <a:pt x="1625600" y="812800"/>
                  </a:cubicBezTo>
                  <a:cubicBezTo>
                    <a:pt x="1625600" y="1261364"/>
                    <a:pt x="1261364" y="1625600"/>
                    <a:pt x="812800" y="1625600"/>
                  </a:cubicBezTo>
                  <a:cubicBezTo>
                    <a:pt x="364236" y="1625600"/>
                    <a:pt x="0" y="1261364"/>
                    <a:pt x="0" y="812800"/>
                  </a:cubicBezTo>
                  <a:cubicBezTo>
                    <a:pt x="0" y="364236"/>
                    <a:pt x="364236" y="0"/>
                    <a:pt x="812800" y="0"/>
                  </a:cubicBezTo>
                  <a:close/>
                </a:path>
              </a:pathLst>
            </a:custGeom>
            <a:solidFill>
              <a:srgbClr val="7097E5"/>
            </a:solidFill>
          </p:spPr>
        </p:sp>
      </p:grpSp>
      <p:grpSp>
        <p:nvGrpSpPr>
          <p:cNvPr id="36" name="Group 36"/>
          <p:cNvGrpSpPr/>
          <p:nvPr/>
        </p:nvGrpSpPr>
        <p:grpSpPr>
          <a:xfrm>
            <a:off x="14944011" y="5010150"/>
            <a:ext cx="500062" cy="571500"/>
            <a:chOff x="0" y="0"/>
            <a:chExt cx="666750" cy="762000"/>
          </a:xfrm>
        </p:grpSpPr>
        <p:sp>
          <p:nvSpPr>
            <p:cNvPr id="37" name="Freeform 37"/>
            <p:cNvSpPr/>
            <p:nvPr/>
          </p:nvSpPr>
          <p:spPr>
            <a:xfrm>
              <a:off x="95250" y="-2413"/>
              <a:ext cx="550672" cy="771017"/>
            </a:xfrm>
            <a:custGeom>
              <a:avLst/>
              <a:gdLst/>
              <a:ahLst/>
              <a:cxnLst/>
              <a:rect l="l" t="t" r="r" b="b"/>
              <a:pathLst>
                <a:path w="550672" h="771017">
                  <a:moveTo>
                    <a:pt x="19812" y="6096"/>
                  </a:moveTo>
                  <a:cubicBezTo>
                    <a:pt x="31877" y="0"/>
                    <a:pt x="46482" y="1397"/>
                    <a:pt x="57150" y="9525"/>
                  </a:cubicBezTo>
                  <a:lnTo>
                    <a:pt x="533400" y="366649"/>
                  </a:lnTo>
                  <a:cubicBezTo>
                    <a:pt x="545719" y="375920"/>
                    <a:pt x="550672" y="391922"/>
                    <a:pt x="545846" y="406527"/>
                  </a:cubicBezTo>
                  <a:cubicBezTo>
                    <a:pt x="541020" y="421132"/>
                    <a:pt x="527431" y="430911"/>
                    <a:pt x="511937" y="430911"/>
                  </a:cubicBezTo>
                  <a:lnTo>
                    <a:pt x="285242" y="430911"/>
                  </a:lnTo>
                  <a:lnTo>
                    <a:pt x="417576" y="695325"/>
                  </a:lnTo>
                  <a:cubicBezTo>
                    <a:pt x="429387" y="718820"/>
                    <a:pt x="419862" y="747395"/>
                    <a:pt x="396240" y="759206"/>
                  </a:cubicBezTo>
                  <a:cubicBezTo>
                    <a:pt x="372618" y="771017"/>
                    <a:pt x="344170" y="761492"/>
                    <a:pt x="332359" y="737870"/>
                  </a:cubicBezTo>
                  <a:lnTo>
                    <a:pt x="200152" y="473456"/>
                  </a:lnTo>
                  <a:lnTo>
                    <a:pt x="64262" y="654685"/>
                  </a:lnTo>
                  <a:cubicBezTo>
                    <a:pt x="54991" y="667004"/>
                    <a:pt x="38989" y="671957"/>
                    <a:pt x="24384" y="667131"/>
                  </a:cubicBezTo>
                  <a:cubicBezTo>
                    <a:pt x="9779" y="662305"/>
                    <a:pt x="0" y="648716"/>
                    <a:pt x="0" y="633476"/>
                  </a:cubicBezTo>
                  <a:lnTo>
                    <a:pt x="0" y="38100"/>
                  </a:lnTo>
                  <a:cubicBezTo>
                    <a:pt x="0" y="24638"/>
                    <a:pt x="7620" y="12192"/>
                    <a:pt x="19812" y="609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38" name="Group 38"/>
          <p:cNvGrpSpPr/>
          <p:nvPr/>
        </p:nvGrpSpPr>
        <p:grpSpPr>
          <a:xfrm>
            <a:off x="13817681" y="6134100"/>
            <a:ext cx="2743200" cy="533400"/>
            <a:chOff x="0" y="0"/>
            <a:chExt cx="3657600" cy="71120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3657600" cy="711200"/>
            </a:xfrm>
            <a:custGeom>
              <a:avLst/>
              <a:gdLst/>
              <a:ahLst/>
              <a:cxnLst/>
              <a:rect l="l" t="t" r="r" b="b"/>
              <a:pathLst>
                <a:path w="3657600" h="711200">
                  <a:moveTo>
                    <a:pt x="0" y="0"/>
                  </a:moveTo>
                  <a:lnTo>
                    <a:pt x="3657600" y="0"/>
                  </a:lnTo>
                  <a:lnTo>
                    <a:pt x="3657600" y="711200"/>
                  </a:lnTo>
                  <a:lnTo>
                    <a:pt x="0" y="7112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0" name="TextBox 40"/>
            <p:cNvSpPr txBox="1"/>
            <p:nvPr/>
          </p:nvSpPr>
          <p:spPr>
            <a:xfrm>
              <a:off x="0" y="-104775"/>
              <a:ext cx="3657600" cy="8159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210"/>
                </a:lnSpc>
              </a:pPr>
              <a:r>
                <a:rPr lang="en-US" sz="2700" b="1">
                  <a:solidFill>
                    <a:srgbClr val="5C7CB3"/>
                  </a:solidFill>
                  <a:latin typeface="Noto Sans Bold" panose="020B0802040504020204"/>
                  <a:ea typeface="Noto Sans Bold" panose="020B0802040504020204"/>
                  <a:cs typeface="Noto Sans Bold" panose="020B0802040504020204"/>
                  <a:sym typeface="Noto Sans Bold" panose="020B0802040504020204"/>
                </a:rPr>
                <a:t>交互式探索学习</a:t>
              </a:r>
              <a:endParaRPr lang="en-US" sz="2700" b="1">
                <a:solidFill>
                  <a:srgbClr val="5C7CB3"/>
                </a:solidFill>
                <a:latin typeface="Noto Sans Bold" panose="020B0802040504020204"/>
                <a:ea typeface="Noto Sans Bold" panose="020B0802040504020204"/>
                <a:cs typeface="Noto Sans Bold" panose="020B0802040504020204"/>
                <a:sym typeface="Noto Sans Bold" panose="020B0802040504020204"/>
              </a:endParaRP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12776358" y="6743700"/>
            <a:ext cx="4819650" cy="762000"/>
            <a:chOff x="0" y="0"/>
            <a:chExt cx="6426200" cy="101600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6426200" cy="1016000"/>
            </a:xfrm>
            <a:custGeom>
              <a:avLst/>
              <a:gdLst/>
              <a:ahLst/>
              <a:cxnLst/>
              <a:rect l="l" t="t" r="r" b="b"/>
              <a:pathLst>
                <a:path w="6426200" h="1016000">
                  <a:moveTo>
                    <a:pt x="0" y="0"/>
                  </a:moveTo>
                  <a:lnTo>
                    <a:pt x="6426200" y="0"/>
                  </a:lnTo>
                  <a:lnTo>
                    <a:pt x="6426200" y="1016000"/>
                  </a:lnTo>
                  <a:lnTo>
                    <a:pt x="0" y="10160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3" name="TextBox 43"/>
            <p:cNvSpPr txBox="1"/>
            <p:nvPr/>
          </p:nvSpPr>
          <p:spPr>
            <a:xfrm>
              <a:off x="0" y="-47625"/>
              <a:ext cx="6426200" cy="10636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025"/>
                </a:lnSpc>
              </a:pPr>
              <a:r>
                <a:rPr lang="en-US" sz="2100">
                  <a:solidFill>
                    <a:srgbClr val="373737"/>
                  </a:solidFill>
                  <a:latin typeface="Noto Sans" panose="020B0502040504020204"/>
                  <a:ea typeface="Noto Sans" panose="020B0502040504020204"/>
                  <a:cs typeface="Noto Sans" panose="020B0502040504020204"/>
                  <a:sym typeface="Noto Sans" panose="020B0502040504020204"/>
                </a:rPr>
                <a:t>支持节点级交互探索，并可作为插件嵌入，兼顾灵活性与实用性。</a:t>
              </a:r>
              <a:endParaRPr lang="en-US" sz="2100">
                <a:solidFill>
                  <a:srgbClr val="373737"/>
                </a:solidFill>
                <a:latin typeface="Noto Sans" panose="020B0502040504020204"/>
                <a:ea typeface="Noto Sans" panose="020B0502040504020204"/>
                <a:cs typeface="Noto Sans" panose="020B0502040504020204"/>
                <a:sym typeface="Noto Sans" panose="020B0502040504020204"/>
              </a:endParaRPr>
            </a:p>
          </p:txBody>
        </p:sp>
      </p:grp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https://kimi-img.moonshot.cn/pub/slides/slides_tmpl/image/25-09-04-11:33:06-d2sggsm1bb2p4onbon10.jp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/>
              </a:stretch>
            </a:blipFill>
          </p:spPr>
        </p:sp>
      </p:grp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0" y="3703320"/>
            <a:ext cx="7774305" cy="2752725"/>
            <a:chOff x="0" y="0"/>
            <a:chExt cx="10365740" cy="3670300"/>
          </a:xfrm>
        </p:grpSpPr>
        <p:sp>
          <p:nvSpPr>
            <p:cNvPr id="5" name="Freeform 5" descr="https://kimi-img.moonshot.cn/pub/slides/slides_tmpl/image/25-09-04-11:33:05-d2sggse1bb2p4onbomv0.png"/>
            <p:cNvSpPr/>
            <p:nvPr/>
          </p:nvSpPr>
          <p:spPr>
            <a:xfrm>
              <a:off x="0" y="0"/>
              <a:ext cx="10365740" cy="3670300"/>
            </a:xfrm>
            <a:custGeom>
              <a:avLst/>
              <a:gdLst/>
              <a:ahLst/>
              <a:cxnLst/>
              <a:rect l="l" t="t" r="r" b="b"/>
              <a:pathLst>
                <a:path w="10365740" h="3670300">
                  <a:moveTo>
                    <a:pt x="0" y="0"/>
                  </a:moveTo>
                  <a:lnTo>
                    <a:pt x="10365740" y="0"/>
                  </a:lnTo>
                  <a:lnTo>
                    <a:pt x="10365740" y="3670300"/>
                  </a:lnTo>
                  <a:lnTo>
                    <a:pt x="0" y="3670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62" b="-62"/>
              </a:stretch>
            </a:blipFill>
          </p:spPr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10666243" y="4890612"/>
            <a:ext cx="2552700" cy="2552700"/>
            <a:chOff x="0" y="0"/>
            <a:chExt cx="3403600" cy="3403600"/>
          </a:xfrm>
        </p:grpSpPr>
        <p:sp>
          <p:nvSpPr>
            <p:cNvPr id="7" name="Freeform 7" descr="https://kimi-img.moonshot.cn/pub/slides/slides_tmpl/image/25-09-04-11:33:05-d2sggse1bb2p4onbomvg.png"/>
            <p:cNvSpPr/>
            <p:nvPr/>
          </p:nvSpPr>
          <p:spPr>
            <a:xfrm>
              <a:off x="0" y="0"/>
              <a:ext cx="3403600" cy="3403600"/>
            </a:xfrm>
            <a:custGeom>
              <a:avLst/>
              <a:gdLst/>
              <a:ahLst/>
              <a:cxnLst/>
              <a:rect l="l" t="t" r="r" b="b"/>
              <a:pathLst>
                <a:path w="3403600" h="3403600">
                  <a:moveTo>
                    <a:pt x="0" y="0"/>
                  </a:moveTo>
                  <a:lnTo>
                    <a:pt x="3403600" y="0"/>
                  </a:lnTo>
                  <a:lnTo>
                    <a:pt x="3403600" y="3403600"/>
                  </a:lnTo>
                  <a:lnTo>
                    <a:pt x="0" y="3403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8" name="Group 8"/>
          <p:cNvGrpSpPr>
            <a:grpSpLocks noChangeAspect="1"/>
          </p:cNvGrpSpPr>
          <p:nvPr/>
        </p:nvGrpSpPr>
        <p:grpSpPr>
          <a:xfrm>
            <a:off x="11416665" y="3043238"/>
            <a:ext cx="4186238" cy="4200525"/>
            <a:chOff x="0" y="0"/>
            <a:chExt cx="5581650" cy="5600700"/>
          </a:xfrm>
        </p:grpSpPr>
        <p:sp>
          <p:nvSpPr>
            <p:cNvPr id="9" name="Freeform 9" descr="https://kimi-img.moonshot.cn/pub/slides/slides_tmpl/image/25-09-04-11:33:06-d2sggsm1bb2p4onbon0g.png"/>
            <p:cNvSpPr/>
            <p:nvPr/>
          </p:nvSpPr>
          <p:spPr>
            <a:xfrm>
              <a:off x="0" y="0"/>
              <a:ext cx="5581650" cy="5600700"/>
            </a:xfrm>
            <a:custGeom>
              <a:avLst/>
              <a:gdLst/>
              <a:ahLst/>
              <a:cxnLst/>
              <a:rect l="l" t="t" r="r" b="b"/>
              <a:pathLst>
                <a:path w="5581650" h="5600700">
                  <a:moveTo>
                    <a:pt x="0" y="0"/>
                  </a:moveTo>
                  <a:lnTo>
                    <a:pt x="5581650" y="0"/>
                  </a:lnTo>
                  <a:lnTo>
                    <a:pt x="5581650" y="5600700"/>
                  </a:lnTo>
                  <a:lnTo>
                    <a:pt x="0" y="5600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10" name="Group 10"/>
          <p:cNvGrpSpPr>
            <a:grpSpLocks noChangeAspect="1"/>
          </p:cNvGrpSpPr>
          <p:nvPr/>
        </p:nvGrpSpPr>
        <p:grpSpPr>
          <a:xfrm rot="-5400000">
            <a:off x="15998190" y="-12383"/>
            <a:ext cx="394335" cy="1755457"/>
            <a:chOff x="0" y="0"/>
            <a:chExt cx="525780" cy="2340610"/>
          </a:xfrm>
        </p:grpSpPr>
        <p:sp>
          <p:nvSpPr>
            <p:cNvPr id="11" name="Freeform 11" descr="https://kimi-img.moonshot.cn/pub/slides/slides_tmpl/image/25-09-04-11:33:04-d2sggs61bb2p4onbomu0.png"/>
            <p:cNvSpPr/>
            <p:nvPr/>
          </p:nvSpPr>
          <p:spPr>
            <a:xfrm>
              <a:off x="0" y="0"/>
              <a:ext cx="525780" cy="2340610"/>
            </a:xfrm>
            <a:custGeom>
              <a:avLst/>
              <a:gdLst/>
              <a:ahLst/>
              <a:cxnLst/>
              <a:rect l="l" t="t" r="r" b="b"/>
              <a:pathLst>
                <a:path w="525780" h="2340610">
                  <a:moveTo>
                    <a:pt x="0" y="0"/>
                  </a:moveTo>
                  <a:lnTo>
                    <a:pt x="525780" y="0"/>
                  </a:lnTo>
                  <a:lnTo>
                    <a:pt x="525780" y="2340610"/>
                  </a:lnTo>
                  <a:lnTo>
                    <a:pt x="0" y="23406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40000"/>
              </a:blip>
              <a:stretch>
                <a:fillRect l="-261" r="-261"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12387018" y="4027647"/>
            <a:ext cx="2245533" cy="20528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00"/>
              </a:lnSpc>
            </a:pPr>
            <a:r>
              <a:rPr lang="en-US" sz="12750">
                <a:solidFill>
                  <a:srgbClr val="F2F7FA"/>
                </a:solidFill>
                <a:latin typeface="Noto Sans" panose="020B0502040504020204"/>
                <a:ea typeface="Noto Sans" panose="020B0502040504020204"/>
                <a:cs typeface="Noto Sans" panose="020B0502040504020204"/>
                <a:sym typeface="Noto Sans" panose="020B0502040504020204"/>
              </a:rPr>
              <a:t>03</a:t>
            </a:r>
            <a:endParaRPr lang="en-US" sz="12750">
              <a:solidFill>
                <a:srgbClr val="F2F7FA"/>
              </a:solidFill>
              <a:latin typeface="Noto Sans" panose="020B0502040504020204"/>
              <a:ea typeface="Noto Sans" panose="020B0502040504020204"/>
              <a:cs typeface="Noto Sans" panose="020B0502040504020204"/>
              <a:sym typeface="Noto Sans" panose="020B0502040504020204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970597" y="4716780"/>
            <a:ext cx="11471910" cy="800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20"/>
              </a:lnSpc>
            </a:pPr>
            <a:r>
              <a:rPr lang="en-US" sz="5100">
                <a:solidFill>
                  <a:srgbClr val="0D0D0D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智能体架构及功能</a:t>
            </a:r>
            <a:endParaRPr lang="en-US" sz="5100">
              <a:solidFill>
                <a:srgbClr val="0D0D0D"/>
              </a:solidFill>
              <a:latin typeface="Arimo" panose="020B0604020202020204"/>
              <a:ea typeface="Arimo" panose="020B0604020202020204"/>
              <a:cs typeface="Arimo" panose="020B0604020202020204"/>
              <a:sym typeface="Arimo" panose="020B0604020202020204"/>
            </a:endParaRPr>
          </a:p>
        </p:txBody>
      </p:sp>
      <p:grpSp>
        <p:nvGrpSpPr>
          <p:cNvPr id="14" name="Group 14"/>
          <p:cNvGrpSpPr/>
          <p:nvPr/>
        </p:nvGrpSpPr>
        <p:grpSpPr>
          <a:xfrm>
            <a:off x="13970677" y="9491705"/>
            <a:ext cx="3109912" cy="14288"/>
            <a:chOff x="0" y="0"/>
            <a:chExt cx="4146550" cy="19050"/>
          </a:xfrm>
        </p:grpSpPr>
        <p:sp>
          <p:nvSpPr>
            <p:cNvPr id="15" name="Freeform 15"/>
            <p:cNvSpPr/>
            <p:nvPr/>
          </p:nvSpPr>
          <p:spPr>
            <a:xfrm>
              <a:off x="9525" y="0"/>
              <a:ext cx="4127500" cy="19050"/>
            </a:xfrm>
            <a:custGeom>
              <a:avLst/>
              <a:gdLst/>
              <a:ahLst/>
              <a:cxnLst/>
              <a:rect l="l" t="t" r="r" b="b"/>
              <a:pathLst>
                <a:path w="4127500" h="19050">
                  <a:moveTo>
                    <a:pt x="0" y="0"/>
                  </a:moveTo>
                  <a:lnTo>
                    <a:pt x="4127500" y="0"/>
                  </a:lnTo>
                  <a:lnTo>
                    <a:pt x="41275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000000">
                <a:alpha val="4706"/>
              </a:srgbClr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854698" y="737850"/>
            <a:ext cx="333009" cy="82396"/>
            <a:chOff x="0" y="0"/>
            <a:chExt cx="444012" cy="109862"/>
          </a:xfrm>
        </p:grpSpPr>
        <p:sp>
          <p:nvSpPr>
            <p:cNvPr id="17" name="Freeform 17"/>
            <p:cNvSpPr/>
            <p:nvPr/>
          </p:nvSpPr>
          <p:spPr>
            <a:xfrm>
              <a:off x="12700" y="12700"/>
              <a:ext cx="418592" cy="84455"/>
            </a:xfrm>
            <a:custGeom>
              <a:avLst/>
              <a:gdLst/>
              <a:ahLst/>
              <a:cxnLst/>
              <a:rect l="l" t="t" r="r" b="b"/>
              <a:pathLst>
                <a:path w="418592" h="84455">
                  <a:moveTo>
                    <a:pt x="0" y="0"/>
                  </a:moveTo>
                  <a:lnTo>
                    <a:pt x="418592" y="0"/>
                  </a:lnTo>
                  <a:lnTo>
                    <a:pt x="418592" y="84455"/>
                  </a:lnTo>
                  <a:lnTo>
                    <a:pt x="0" y="84455"/>
                  </a:lnTo>
                  <a:close/>
                </a:path>
              </a:pathLst>
            </a:custGeom>
            <a:solidFill>
              <a:srgbClr val="92ABDF"/>
            </a:solidFill>
          </p:spPr>
        </p:sp>
        <p:sp>
          <p:nvSpPr>
            <p:cNvPr id="18" name="Freeform 18"/>
            <p:cNvSpPr/>
            <p:nvPr/>
          </p:nvSpPr>
          <p:spPr>
            <a:xfrm>
              <a:off x="0" y="0"/>
              <a:ext cx="443992" cy="109855"/>
            </a:xfrm>
            <a:custGeom>
              <a:avLst/>
              <a:gdLst/>
              <a:ahLst/>
              <a:cxnLst/>
              <a:rect l="l" t="t" r="r" b="b"/>
              <a:pathLst>
                <a:path w="443992" h="109855">
                  <a:moveTo>
                    <a:pt x="12700" y="0"/>
                  </a:moveTo>
                  <a:lnTo>
                    <a:pt x="431292" y="0"/>
                  </a:lnTo>
                  <a:cubicBezTo>
                    <a:pt x="438277" y="0"/>
                    <a:pt x="443992" y="5715"/>
                    <a:pt x="443992" y="12700"/>
                  </a:cubicBezTo>
                  <a:lnTo>
                    <a:pt x="443992" y="97155"/>
                  </a:lnTo>
                  <a:cubicBezTo>
                    <a:pt x="443992" y="104140"/>
                    <a:pt x="438277" y="109855"/>
                    <a:pt x="431292" y="109855"/>
                  </a:cubicBezTo>
                  <a:lnTo>
                    <a:pt x="12700" y="109855"/>
                  </a:lnTo>
                  <a:cubicBezTo>
                    <a:pt x="5715" y="109855"/>
                    <a:pt x="0" y="104140"/>
                    <a:pt x="0" y="97155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97155"/>
                  </a:lnTo>
                  <a:lnTo>
                    <a:pt x="12700" y="97155"/>
                  </a:lnTo>
                  <a:lnTo>
                    <a:pt x="12700" y="84455"/>
                  </a:lnTo>
                  <a:lnTo>
                    <a:pt x="431292" y="84455"/>
                  </a:lnTo>
                  <a:lnTo>
                    <a:pt x="431292" y="97155"/>
                  </a:lnTo>
                  <a:lnTo>
                    <a:pt x="418592" y="97155"/>
                  </a:lnTo>
                  <a:lnTo>
                    <a:pt x="418592" y="12700"/>
                  </a:lnTo>
                  <a:lnTo>
                    <a:pt x="431292" y="12700"/>
                  </a:lnTo>
                  <a:lnTo>
                    <a:pt x="431292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92ABDF"/>
            </a:solidFill>
          </p:spPr>
        </p:sp>
      </p:grpSp>
      <p:grpSp>
        <p:nvGrpSpPr>
          <p:cNvPr id="19" name="Group 19"/>
          <p:cNvGrpSpPr/>
          <p:nvPr/>
        </p:nvGrpSpPr>
        <p:grpSpPr>
          <a:xfrm>
            <a:off x="854698" y="883311"/>
            <a:ext cx="333009" cy="82396"/>
            <a:chOff x="0" y="0"/>
            <a:chExt cx="444012" cy="109862"/>
          </a:xfrm>
        </p:grpSpPr>
        <p:sp>
          <p:nvSpPr>
            <p:cNvPr id="20" name="Freeform 20"/>
            <p:cNvSpPr/>
            <p:nvPr/>
          </p:nvSpPr>
          <p:spPr>
            <a:xfrm>
              <a:off x="12700" y="12700"/>
              <a:ext cx="418592" cy="84455"/>
            </a:xfrm>
            <a:custGeom>
              <a:avLst/>
              <a:gdLst/>
              <a:ahLst/>
              <a:cxnLst/>
              <a:rect l="l" t="t" r="r" b="b"/>
              <a:pathLst>
                <a:path w="418592" h="84455">
                  <a:moveTo>
                    <a:pt x="0" y="0"/>
                  </a:moveTo>
                  <a:lnTo>
                    <a:pt x="418592" y="0"/>
                  </a:lnTo>
                  <a:lnTo>
                    <a:pt x="418592" y="84455"/>
                  </a:lnTo>
                  <a:lnTo>
                    <a:pt x="0" y="84455"/>
                  </a:lnTo>
                  <a:close/>
                </a:path>
              </a:pathLst>
            </a:custGeom>
            <a:solidFill>
              <a:srgbClr val="92ABDF"/>
            </a:solidFill>
          </p:spPr>
        </p:sp>
        <p:sp>
          <p:nvSpPr>
            <p:cNvPr id="21" name="Freeform 21"/>
            <p:cNvSpPr/>
            <p:nvPr/>
          </p:nvSpPr>
          <p:spPr>
            <a:xfrm>
              <a:off x="0" y="0"/>
              <a:ext cx="443992" cy="109855"/>
            </a:xfrm>
            <a:custGeom>
              <a:avLst/>
              <a:gdLst/>
              <a:ahLst/>
              <a:cxnLst/>
              <a:rect l="l" t="t" r="r" b="b"/>
              <a:pathLst>
                <a:path w="443992" h="109855">
                  <a:moveTo>
                    <a:pt x="12700" y="0"/>
                  </a:moveTo>
                  <a:lnTo>
                    <a:pt x="431292" y="0"/>
                  </a:lnTo>
                  <a:cubicBezTo>
                    <a:pt x="438277" y="0"/>
                    <a:pt x="443992" y="5715"/>
                    <a:pt x="443992" y="12700"/>
                  </a:cubicBezTo>
                  <a:lnTo>
                    <a:pt x="443992" y="97155"/>
                  </a:lnTo>
                  <a:cubicBezTo>
                    <a:pt x="443992" y="104140"/>
                    <a:pt x="438277" y="109855"/>
                    <a:pt x="431292" y="109855"/>
                  </a:cubicBezTo>
                  <a:lnTo>
                    <a:pt x="12700" y="109855"/>
                  </a:lnTo>
                  <a:cubicBezTo>
                    <a:pt x="5715" y="109855"/>
                    <a:pt x="0" y="104140"/>
                    <a:pt x="0" y="97155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97155"/>
                  </a:lnTo>
                  <a:lnTo>
                    <a:pt x="12700" y="97155"/>
                  </a:lnTo>
                  <a:lnTo>
                    <a:pt x="12700" y="84455"/>
                  </a:lnTo>
                  <a:lnTo>
                    <a:pt x="431292" y="84455"/>
                  </a:lnTo>
                  <a:lnTo>
                    <a:pt x="431292" y="97155"/>
                  </a:lnTo>
                  <a:lnTo>
                    <a:pt x="418592" y="97155"/>
                  </a:lnTo>
                  <a:lnTo>
                    <a:pt x="418592" y="12700"/>
                  </a:lnTo>
                  <a:lnTo>
                    <a:pt x="431292" y="12700"/>
                  </a:lnTo>
                  <a:lnTo>
                    <a:pt x="431292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92ABDF"/>
            </a:solidFill>
          </p:spPr>
        </p:sp>
      </p:grpSp>
      <p:grpSp>
        <p:nvGrpSpPr>
          <p:cNvPr id="22" name="Group 22"/>
          <p:cNvGrpSpPr/>
          <p:nvPr/>
        </p:nvGrpSpPr>
        <p:grpSpPr>
          <a:xfrm>
            <a:off x="854698" y="1028772"/>
            <a:ext cx="333009" cy="82396"/>
            <a:chOff x="0" y="0"/>
            <a:chExt cx="444012" cy="109862"/>
          </a:xfrm>
        </p:grpSpPr>
        <p:sp>
          <p:nvSpPr>
            <p:cNvPr id="23" name="Freeform 23"/>
            <p:cNvSpPr/>
            <p:nvPr/>
          </p:nvSpPr>
          <p:spPr>
            <a:xfrm>
              <a:off x="12700" y="12700"/>
              <a:ext cx="418592" cy="84455"/>
            </a:xfrm>
            <a:custGeom>
              <a:avLst/>
              <a:gdLst/>
              <a:ahLst/>
              <a:cxnLst/>
              <a:rect l="l" t="t" r="r" b="b"/>
              <a:pathLst>
                <a:path w="418592" h="84455">
                  <a:moveTo>
                    <a:pt x="0" y="0"/>
                  </a:moveTo>
                  <a:lnTo>
                    <a:pt x="418592" y="0"/>
                  </a:lnTo>
                  <a:lnTo>
                    <a:pt x="418592" y="84455"/>
                  </a:lnTo>
                  <a:lnTo>
                    <a:pt x="0" y="84455"/>
                  </a:lnTo>
                  <a:close/>
                </a:path>
              </a:pathLst>
            </a:custGeom>
            <a:solidFill>
              <a:srgbClr val="92ABDF"/>
            </a:solidFill>
          </p:spPr>
        </p:sp>
        <p:sp>
          <p:nvSpPr>
            <p:cNvPr id="24" name="Freeform 24"/>
            <p:cNvSpPr/>
            <p:nvPr/>
          </p:nvSpPr>
          <p:spPr>
            <a:xfrm>
              <a:off x="0" y="0"/>
              <a:ext cx="443992" cy="109855"/>
            </a:xfrm>
            <a:custGeom>
              <a:avLst/>
              <a:gdLst/>
              <a:ahLst/>
              <a:cxnLst/>
              <a:rect l="l" t="t" r="r" b="b"/>
              <a:pathLst>
                <a:path w="443992" h="109855">
                  <a:moveTo>
                    <a:pt x="12700" y="0"/>
                  </a:moveTo>
                  <a:lnTo>
                    <a:pt x="431292" y="0"/>
                  </a:lnTo>
                  <a:cubicBezTo>
                    <a:pt x="438277" y="0"/>
                    <a:pt x="443992" y="5715"/>
                    <a:pt x="443992" y="12700"/>
                  </a:cubicBezTo>
                  <a:lnTo>
                    <a:pt x="443992" y="97155"/>
                  </a:lnTo>
                  <a:cubicBezTo>
                    <a:pt x="443992" y="104140"/>
                    <a:pt x="438277" y="109855"/>
                    <a:pt x="431292" y="109855"/>
                  </a:cubicBezTo>
                  <a:lnTo>
                    <a:pt x="12700" y="109855"/>
                  </a:lnTo>
                  <a:cubicBezTo>
                    <a:pt x="5715" y="109855"/>
                    <a:pt x="0" y="104140"/>
                    <a:pt x="0" y="97155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97155"/>
                  </a:lnTo>
                  <a:lnTo>
                    <a:pt x="12700" y="97155"/>
                  </a:lnTo>
                  <a:lnTo>
                    <a:pt x="12700" y="84455"/>
                  </a:lnTo>
                  <a:lnTo>
                    <a:pt x="431292" y="84455"/>
                  </a:lnTo>
                  <a:lnTo>
                    <a:pt x="431292" y="97155"/>
                  </a:lnTo>
                  <a:lnTo>
                    <a:pt x="418592" y="97155"/>
                  </a:lnTo>
                  <a:lnTo>
                    <a:pt x="418592" y="12700"/>
                  </a:lnTo>
                  <a:lnTo>
                    <a:pt x="431292" y="12700"/>
                  </a:lnTo>
                  <a:lnTo>
                    <a:pt x="431292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92ABDF"/>
            </a:solidFill>
          </p:spPr>
        </p:sp>
      </p:grpSp>
      <p:grpSp>
        <p:nvGrpSpPr>
          <p:cNvPr id="25" name="Group 25"/>
          <p:cNvGrpSpPr/>
          <p:nvPr/>
        </p:nvGrpSpPr>
        <p:grpSpPr>
          <a:xfrm>
            <a:off x="782811" y="9200778"/>
            <a:ext cx="342534" cy="91922"/>
            <a:chOff x="0" y="0"/>
            <a:chExt cx="456712" cy="122562"/>
          </a:xfrm>
        </p:grpSpPr>
        <p:sp>
          <p:nvSpPr>
            <p:cNvPr id="26" name="Freeform 26"/>
            <p:cNvSpPr/>
            <p:nvPr/>
          </p:nvSpPr>
          <p:spPr>
            <a:xfrm>
              <a:off x="19050" y="19050"/>
              <a:ext cx="418592" cy="84455"/>
            </a:xfrm>
            <a:custGeom>
              <a:avLst/>
              <a:gdLst/>
              <a:ahLst/>
              <a:cxnLst/>
              <a:rect l="l" t="t" r="r" b="b"/>
              <a:pathLst>
                <a:path w="418592" h="84455">
                  <a:moveTo>
                    <a:pt x="0" y="0"/>
                  </a:moveTo>
                  <a:lnTo>
                    <a:pt x="418592" y="0"/>
                  </a:lnTo>
                  <a:lnTo>
                    <a:pt x="418592" y="84455"/>
                  </a:lnTo>
                  <a:lnTo>
                    <a:pt x="0" y="84455"/>
                  </a:lnTo>
                  <a:close/>
                </a:path>
              </a:pathLst>
            </a:custGeom>
            <a:solidFill>
              <a:srgbClr val="92ABDF"/>
            </a:solidFill>
          </p:spPr>
        </p:sp>
        <p:sp>
          <p:nvSpPr>
            <p:cNvPr id="27" name="Freeform 27"/>
            <p:cNvSpPr/>
            <p:nvPr/>
          </p:nvSpPr>
          <p:spPr>
            <a:xfrm>
              <a:off x="0" y="0"/>
              <a:ext cx="456692" cy="122555"/>
            </a:xfrm>
            <a:custGeom>
              <a:avLst/>
              <a:gdLst/>
              <a:ahLst/>
              <a:cxnLst/>
              <a:rect l="l" t="t" r="r" b="b"/>
              <a:pathLst>
                <a:path w="456692" h="122555">
                  <a:moveTo>
                    <a:pt x="19050" y="0"/>
                  </a:moveTo>
                  <a:lnTo>
                    <a:pt x="437642" y="0"/>
                  </a:lnTo>
                  <a:cubicBezTo>
                    <a:pt x="448183" y="0"/>
                    <a:pt x="456692" y="8509"/>
                    <a:pt x="456692" y="19050"/>
                  </a:cubicBezTo>
                  <a:lnTo>
                    <a:pt x="456692" y="103505"/>
                  </a:lnTo>
                  <a:cubicBezTo>
                    <a:pt x="456692" y="114046"/>
                    <a:pt x="448183" y="122555"/>
                    <a:pt x="437642" y="122555"/>
                  </a:cubicBezTo>
                  <a:lnTo>
                    <a:pt x="19050" y="122555"/>
                  </a:lnTo>
                  <a:cubicBezTo>
                    <a:pt x="8509" y="122555"/>
                    <a:pt x="0" y="114046"/>
                    <a:pt x="0" y="103505"/>
                  </a:cubicBezTo>
                  <a:lnTo>
                    <a:pt x="0" y="19050"/>
                  </a:lnTo>
                  <a:cubicBezTo>
                    <a:pt x="0" y="8509"/>
                    <a:pt x="8509" y="0"/>
                    <a:pt x="19050" y="0"/>
                  </a:cubicBezTo>
                  <a:moveTo>
                    <a:pt x="19050" y="38100"/>
                  </a:moveTo>
                  <a:lnTo>
                    <a:pt x="19050" y="19050"/>
                  </a:lnTo>
                  <a:lnTo>
                    <a:pt x="38100" y="19050"/>
                  </a:lnTo>
                  <a:lnTo>
                    <a:pt x="38100" y="103505"/>
                  </a:lnTo>
                  <a:lnTo>
                    <a:pt x="19050" y="103505"/>
                  </a:lnTo>
                  <a:lnTo>
                    <a:pt x="19050" y="84455"/>
                  </a:lnTo>
                  <a:lnTo>
                    <a:pt x="437642" y="84455"/>
                  </a:lnTo>
                  <a:lnTo>
                    <a:pt x="437642" y="103505"/>
                  </a:lnTo>
                  <a:lnTo>
                    <a:pt x="418592" y="103505"/>
                  </a:lnTo>
                  <a:lnTo>
                    <a:pt x="418592" y="19050"/>
                  </a:lnTo>
                  <a:lnTo>
                    <a:pt x="437642" y="19050"/>
                  </a:lnTo>
                  <a:lnTo>
                    <a:pt x="437642" y="38100"/>
                  </a:lnTo>
                  <a:lnTo>
                    <a:pt x="19050" y="38100"/>
                  </a:lnTo>
                  <a:close/>
                </a:path>
              </a:pathLst>
            </a:custGeom>
            <a:solidFill>
              <a:srgbClr val="92ABDF"/>
            </a:solidFill>
          </p:spPr>
        </p:sp>
      </p:grpSp>
      <p:grpSp>
        <p:nvGrpSpPr>
          <p:cNvPr id="28" name="Group 28"/>
          <p:cNvGrpSpPr/>
          <p:nvPr/>
        </p:nvGrpSpPr>
        <p:grpSpPr>
          <a:xfrm>
            <a:off x="782811" y="9346239"/>
            <a:ext cx="342534" cy="91922"/>
            <a:chOff x="0" y="0"/>
            <a:chExt cx="456712" cy="122562"/>
          </a:xfrm>
        </p:grpSpPr>
        <p:sp>
          <p:nvSpPr>
            <p:cNvPr id="29" name="Freeform 29"/>
            <p:cNvSpPr/>
            <p:nvPr/>
          </p:nvSpPr>
          <p:spPr>
            <a:xfrm>
              <a:off x="19050" y="19050"/>
              <a:ext cx="418592" cy="84455"/>
            </a:xfrm>
            <a:custGeom>
              <a:avLst/>
              <a:gdLst/>
              <a:ahLst/>
              <a:cxnLst/>
              <a:rect l="l" t="t" r="r" b="b"/>
              <a:pathLst>
                <a:path w="418592" h="84455">
                  <a:moveTo>
                    <a:pt x="0" y="0"/>
                  </a:moveTo>
                  <a:lnTo>
                    <a:pt x="418592" y="0"/>
                  </a:lnTo>
                  <a:lnTo>
                    <a:pt x="418592" y="84455"/>
                  </a:lnTo>
                  <a:lnTo>
                    <a:pt x="0" y="84455"/>
                  </a:lnTo>
                  <a:close/>
                </a:path>
              </a:pathLst>
            </a:custGeom>
            <a:solidFill>
              <a:srgbClr val="92ABDF"/>
            </a:solidFill>
          </p:spPr>
        </p:sp>
        <p:sp>
          <p:nvSpPr>
            <p:cNvPr id="30" name="Freeform 30"/>
            <p:cNvSpPr/>
            <p:nvPr/>
          </p:nvSpPr>
          <p:spPr>
            <a:xfrm>
              <a:off x="0" y="0"/>
              <a:ext cx="456692" cy="122555"/>
            </a:xfrm>
            <a:custGeom>
              <a:avLst/>
              <a:gdLst/>
              <a:ahLst/>
              <a:cxnLst/>
              <a:rect l="l" t="t" r="r" b="b"/>
              <a:pathLst>
                <a:path w="456692" h="122555">
                  <a:moveTo>
                    <a:pt x="19050" y="0"/>
                  </a:moveTo>
                  <a:lnTo>
                    <a:pt x="437642" y="0"/>
                  </a:lnTo>
                  <a:cubicBezTo>
                    <a:pt x="448183" y="0"/>
                    <a:pt x="456692" y="8509"/>
                    <a:pt x="456692" y="19050"/>
                  </a:cubicBezTo>
                  <a:lnTo>
                    <a:pt x="456692" y="103505"/>
                  </a:lnTo>
                  <a:cubicBezTo>
                    <a:pt x="456692" y="114046"/>
                    <a:pt x="448183" y="122555"/>
                    <a:pt x="437642" y="122555"/>
                  </a:cubicBezTo>
                  <a:lnTo>
                    <a:pt x="19050" y="122555"/>
                  </a:lnTo>
                  <a:cubicBezTo>
                    <a:pt x="8509" y="122555"/>
                    <a:pt x="0" y="114046"/>
                    <a:pt x="0" y="103505"/>
                  </a:cubicBezTo>
                  <a:lnTo>
                    <a:pt x="0" y="19050"/>
                  </a:lnTo>
                  <a:cubicBezTo>
                    <a:pt x="0" y="8509"/>
                    <a:pt x="8509" y="0"/>
                    <a:pt x="19050" y="0"/>
                  </a:cubicBezTo>
                  <a:moveTo>
                    <a:pt x="19050" y="38100"/>
                  </a:moveTo>
                  <a:lnTo>
                    <a:pt x="19050" y="19050"/>
                  </a:lnTo>
                  <a:lnTo>
                    <a:pt x="38100" y="19050"/>
                  </a:lnTo>
                  <a:lnTo>
                    <a:pt x="38100" y="103505"/>
                  </a:lnTo>
                  <a:lnTo>
                    <a:pt x="19050" y="103505"/>
                  </a:lnTo>
                  <a:lnTo>
                    <a:pt x="19050" y="84455"/>
                  </a:lnTo>
                  <a:lnTo>
                    <a:pt x="437642" y="84455"/>
                  </a:lnTo>
                  <a:lnTo>
                    <a:pt x="437642" y="103505"/>
                  </a:lnTo>
                  <a:lnTo>
                    <a:pt x="418592" y="103505"/>
                  </a:lnTo>
                  <a:lnTo>
                    <a:pt x="418592" y="19050"/>
                  </a:lnTo>
                  <a:lnTo>
                    <a:pt x="437642" y="19050"/>
                  </a:lnTo>
                  <a:lnTo>
                    <a:pt x="437642" y="38100"/>
                  </a:lnTo>
                  <a:lnTo>
                    <a:pt x="19050" y="38100"/>
                  </a:lnTo>
                  <a:close/>
                </a:path>
              </a:pathLst>
            </a:custGeom>
            <a:solidFill>
              <a:srgbClr val="92ABDF"/>
            </a:solidFill>
          </p:spPr>
        </p:sp>
      </p:grpSp>
      <p:grpSp>
        <p:nvGrpSpPr>
          <p:cNvPr id="31" name="Group 31"/>
          <p:cNvGrpSpPr/>
          <p:nvPr/>
        </p:nvGrpSpPr>
        <p:grpSpPr>
          <a:xfrm>
            <a:off x="782811" y="9491700"/>
            <a:ext cx="342534" cy="91922"/>
            <a:chOff x="0" y="0"/>
            <a:chExt cx="456712" cy="122562"/>
          </a:xfrm>
        </p:grpSpPr>
        <p:sp>
          <p:nvSpPr>
            <p:cNvPr id="32" name="Freeform 32"/>
            <p:cNvSpPr/>
            <p:nvPr/>
          </p:nvSpPr>
          <p:spPr>
            <a:xfrm>
              <a:off x="19050" y="19050"/>
              <a:ext cx="418592" cy="84455"/>
            </a:xfrm>
            <a:custGeom>
              <a:avLst/>
              <a:gdLst/>
              <a:ahLst/>
              <a:cxnLst/>
              <a:rect l="l" t="t" r="r" b="b"/>
              <a:pathLst>
                <a:path w="418592" h="84455">
                  <a:moveTo>
                    <a:pt x="0" y="0"/>
                  </a:moveTo>
                  <a:lnTo>
                    <a:pt x="418592" y="0"/>
                  </a:lnTo>
                  <a:lnTo>
                    <a:pt x="418592" y="84455"/>
                  </a:lnTo>
                  <a:lnTo>
                    <a:pt x="0" y="84455"/>
                  </a:lnTo>
                  <a:close/>
                </a:path>
              </a:pathLst>
            </a:custGeom>
            <a:solidFill>
              <a:srgbClr val="92ABDF"/>
            </a:solidFill>
          </p:spPr>
        </p:sp>
        <p:sp>
          <p:nvSpPr>
            <p:cNvPr id="33" name="Freeform 33"/>
            <p:cNvSpPr/>
            <p:nvPr/>
          </p:nvSpPr>
          <p:spPr>
            <a:xfrm>
              <a:off x="0" y="0"/>
              <a:ext cx="456692" cy="122555"/>
            </a:xfrm>
            <a:custGeom>
              <a:avLst/>
              <a:gdLst/>
              <a:ahLst/>
              <a:cxnLst/>
              <a:rect l="l" t="t" r="r" b="b"/>
              <a:pathLst>
                <a:path w="456692" h="122555">
                  <a:moveTo>
                    <a:pt x="19050" y="0"/>
                  </a:moveTo>
                  <a:lnTo>
                    <a:pt x="437642" y="0"/>
                  </a:lnTo>
                  <a:cubicBezTo>
                    <a:pt x="448183" y="0"/>
                    <a:pt x="456692" y="8509"/>
                    <a:pt x="456692" y="19050"/>
                  </a:cubicBezTo>
                  <a:lnTo>
                    <a:pt x="456692" y="103505"/>
                  </a:lnTo>
                  <a:cubicBezTo>
                    <a:pt x="456692" y="114046"/>
                    <a:pt x="448183" y="122555"/>
                    <a:pt x="437642" y="122555"/>
                  </a:cubicBezTo>
                  <a:lnTo>
                    <a:pt x="19050" y="122555"/>
                  </a:lnTo>
                  <a:cubicBezTo>
                    <a:pt x="8509" y="122555"/>
                    <a:pt x="0" y="114046"/>
                    <a:pt x="0" y="103505"/>
                  </a:cubicBezTo>
                  <a:lnTo>
                    <a:pt x="0" y="19050"/>
                  </a:lnTo>
                  <a:cubicBezTo>
                    <a:pt x="0" y="8509"/>
                    <a:pt x="8509" y="0"/>
                    <a:pt x="19050" y="0"/>
                  </a:cubicBezTo>
                  <a:moveTo>
                    <a:pt x="19050" y="38100"/>
                  </a:moveTo>
                  <a:lnTo>
                    <a:pt x="19050" y="19050"/>
                  </a:lnTo>
                  <a:lnTo>
                    <a:pt x="38100" y="19050"/>
                  </a:lnTo>
                  <a:lnTo>
                    <a:pt x="38100" y="103505"/>
                  </a:lnTo>
                  <a:lnTo>
                    <a:pt x="19050" y="103505"/>
                  </a:lnTo>
                  <a:lnTo>
                    <a:pt x="19050" y="84455"/>
                  </a:lnTo>
                  <a:lnTo>
                    <a:pt x="437642" y="84455"/>
                  </a:lnTo>
                  <a:lnTo>
                    <a:pt x="437642" y="103505"/>
                  </a:lnTo>
                  <a:lnTo>
                    <a:pt x="418592" y="103505"/>
                  </a:lnTo>
                  <a:lnTo>
                    <a:pt x="418592" y="19050"/>
                  </a:lnTo>
                  <a:lnTo>
                    <a:pt x="437642" y="19050"/>
                  </a:lnTo>
                  <a:lnTo>
                    <a:pt x="437642" y="38100"/>
                  </a:lnTo>
                  <a:lnTo>
                    <a:pt x="19050" y="38100"/>
                  </a:lnTo>
                  <a:close/>
                </a:path>
              </a:pathLst>
            </a:custGeom>
            <a:solidFill>
              <a:srgbClr val="92ABDF"/>
            </a:solidFill>
          </p:spPr>
        </p:sp>
      </p:grp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" name="组合 104"/>
          <p:cNvGrpSpPr/>
          <p:nvPr/>
        </p:nvGrpSpPr>
        <p:grpSpPr>
          <a:xfrm>
            <a:off x="-6096000" y="0"/>
            <a:ext cx="24326850" cy="10326370"/>
            <a:chOff x="-9600" y="0"/>
            <a:chExt cx="38310" cy="16262"/>
          </a:xfrm>
        </p:grpSpPr>
        <p:grpSp>
          <p:nvGrpSpPr>
            <p:cNvPr id="2" name="Group 2"/>
            <p:cNvGrpSpPr>
              <a:grpSpLocks noChangeAspect="1"/>
            </p:cNvGrpSpPr>
            <p:nvPr/>
          </p:nvGrpSpPr>
          <p:grpSpPr>
            <a:xfrm>
              <a:off x="-120" y="0"/>
              <a:ext cx="28830" cy="16263"/>
              <a:chOff x="0" y="0"/>
              <a:chExt cx="24409400" cy="13769340"/>
            </a:xfrm>
          </p:grpSpPr>
          <p:sp>
            <p:nvSpPr>
              <p:cNvPr id="3" name="Freeform 3" descr="https://kimi-img.moonshot.cn/pub/slides/slides_tmpl/image/25-09-04-11:33:16-d2sggv61bb2p4onbonk0.jpg"/>
              <p:cNvSpPr/>
              <p:nvPr/>
            </p:nvSpPr>
            <p:spPr>
              <a:xfrm>
                <a:off x="0" y="0"/>
                <a:ext cx="24409400" cy="13769339"/>
              </a:xfrm>
              <a:custGeom>
                <a:avLst/>
                <a:gdLst/>
                <a:ahLst/>
                <a:cxnLst/>
                <a:rect l="l" t="t" r="r" b="b"/>
                <a:pathLst>
                  <a:path w="24409400" h="13769339">
                    <a:moveTo>
                      <a:pt x="0" y="0"/>
                    </a:moveTo>
                    <a:lnTo>
                      <a:pt x="24409400" y="0"/>
                    </a:lnTo>
                    <a:lnTo>
                      <a:pt x="24409400" y="13769339"/>
                    </a:lnTo>
                    <a:lnTo>
                      <a:pt x="0" y="13769339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"/>
                <a:stretch>
                  <a:fillRect r="-427" b="-105"/>
                </a:stretch>
              </a:blipFill>
            </p:spPr>
            <p:txBody>
              <a:bodyPr/>
              <a:p>
                <a:endParaRPr lang="zh-CN" altLang="en-US"/>
              </a:p>
            </p:txBody>
          </p:sp>
        </p:grpSp>
        <p:grpSp>
          <p:nvGrpSpPr>
            <p:cNvPr id="4" name="Group 4"/>
            <p:cNvGrpSpPr/>
            <p:nvPr/>
          </p:nvGrpSpPr>
          <p:grpSpPr>
            <a:xfrm>
              <a:off x="-9600" y="815"/>
              <a:ext cx="37890" cy="2126"/>
              <a:chOff x="-7950200" y="-609882"/>
              <a:chExt cx="32080200" cy="1799986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24130000" cy="1190104"/>
              </a:xfrm>
              <a:custGeom>
                <a:avLst/>
                <a:gdLst/>
                <a:ahLst/>
                <a:cxnLst/>
                <a:rect l="l" t="t" r="r" b="b"/>
                <a:pathLst>
                  <a:path w="24130000" h="1190104">
                    <a:moveTo>
                      <a:pt x="0" y="0"/>
                    </a:moveTo>
                    <a:lnTo>
                      <a:pt x="24130000" y="0"/>
                    </a:lnTo>
                    <a:lnTo>
                      <a:pt x="24130000" y="1190104"/>
                    </a:lnTo>
                    <a:lnTo>
                      <a:pt x="0" y="1190104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-7950200" y="-609882"/>
                <a:ext cx="24130000" cy="1190104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5400"/>
                  </a:lnSpc>
                </a:pPr>
                <a:r>
                  <a:rPr lang="en-US" sz="6600" b="1" dirty="0" err="1">
                    <a:solidFill>
                      <a:srgbClr val="5C7CB3"/>
                    </a:solidFill>
                    <a:latin typeface="Noto Sans Bold" panose="020B0802040504020204"/>
                    <a:ea typeface="Noto Sans Bold" panose="020B0802040504020204"/>
                    <a:cs typeface="Noto Sans Bold" panose="020B0802040504020204"/>
                    <a:sym typeface="Noto Sans Bold" panose="020B0802040504020204"/>
                  </a:rPr>
                  <a:t>后端架构</a:t>
                </a:r>
                <a:endParaRPr lang="en-US" sz="6600" b="1" dirty="0" err="1">
                  <a:solidFill>
                    <a:srgbClr val="5C7CB3"/>
                  </a:solidFill>
                  <a:latin typeface="Noto Sans Bold" panose="020B0802040504020204"/>
                  <a:ea typeface="Noto Sans Bold" panose="020B0802040504020204"/>
                  <a:cs typeface="Noto Sans Bold" panose="020B0802040504020204"/>
                  <a:sym typeface="Noto Sans Bold" panose="020B0802040504020204"/>
                </a:endParaRPr>
              </a:p>
            </p:txBody>
          </p:sp>
        </p:grpSp>
      </p:grpSp>
      <p:grpSp>
        <p:nvGrpSpPr>
          <p:cNvPr id="7" name="Group 7"/>
          <p:cNvGrpSpPr/>
          <p:nvPr/>
        </p:nvGrpSpPr>
        <p:grpSpPr>
          <a:xfrm>
            <a:off x="1028700" y="1581150"/>
            <a:ext cx="3265161" cy="1761438"/>
            <a:chOff x="0" y="0"/>
            <a:chExt cx="4353548" cy="8128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353548" cy="8128000"/>
            </a:xfrm>
            <a:custGeom>
              <a:avLst/>
              <a:gdLst/>
              <a:ahLst/>
              <a:cxnLst/>
              <a:rect l="l" t="t" r="r" b="b"/>
              <a:pathLst>
                <a:path w="4353548" h="8128000">
                  <a:moveTo>
                    <a:pt x="117399" y="0"/>
                  </a:moveTo>
                  <a:lnTo>
                    <a:pt x="4236149" y="0"/>
                  </a:lnTo>
                  <a:cubicBezTo>
                    <a:pt x="4300963" y="0"/>
                    <a:pt x="4353548" y="136525"/>
                    <a:pt x="4353548" y="304800"/>
                  </a:cubicBezTo>
                  <a:lnTo>
                    <a:pt x="4353548" y="7823200"/>
                  </a:lnTo>
                  <a:cubicBezTo>
                    <a:pt x="4353548" y="7991475"/>
                    <a:pt x="4300963" y="8128000"/>
                    <a:pt x="4236149" y="8128000"/>
                  </a:cubicBezTo>
                  <a:lnTo>
                    <a:pt x="117399" y="8128000"/>
                  </a:lnTo>
                  <a:cubicBezTo>
                    <a:pt x="52585" y="8128000"/>
                    <a:pt x="0" y="7991475"/>
                    <a:pt x="0" y="7823200"/>
                  </a:cubicBezTo>
                  <a:lnTo>
                    <a:pt x="0" y="304800"/>
                  </a:lnTo>
                  <a:cubicBezTo>
                    <a:pt x="0" y="136525"/>
                    <a:pt x="52585" y="0"/>
                    <a:pt x="117399" y="0"/>
                  </a:cubicBezTo>
                  <a:close/>
                </a:path>
              </a:pathLst>
            </a:custGeom>
            <a:solidFill>
              <a:srgbClr val="5C7CB3">
                <a:alpha val="784"/>
              </a:srgbClr>
            </a:solidFill>
          </p:spPr>
        </p:sp>
      </p:grpSp>
      <p:grpSp>
        <p:nvGrpSpPr>
          <p:cNvPr id="104" name="组合 103"/>
          <p:cNvGrpSpPr/>
          <p:nvPr/>
        </p:nvGrpSpPr>
        <p:grpSpPr>
          <a:xfrm>
            <a:off x="533400" y="1485900"/>
            <a:ext cx="6120130" cy="7181215"/>
            <a:chOff x="2520" y="2678"/>
            <a:chExt cx="9638" cy="11309"/>
          </a:xfrm>
        </p:grpSpPr>
        <p:grpSp>
          <p:nvGrpSpPr>
            <p:cNvPr id="9" name="Group 9"/>
            <p:cNvGrpSpPr/>
            <p:nvPr/>
          </p:nvGrpSpPr>
          <p:grpSpPr>
            <a:xfrm>
              <a:off x="4320" y="2820"/>
              <a:ext cx="5739" cy="1344"/>
              <a:chOff x="0" y="0"/>
              <a:chExt cx="4859321" cy="1137969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064000" cy="785783"/>
              </a:xfrm>
              <a:custGeom>
                <a:avLst/>
                <a:gdLst/>
                <a:ahLst/>
                <a:cxnLst/>
                <a:rect l="l" t="t" r="r" b="b"/>
                <a:pathLst>
                  <a:path w="4064000" h="785783">
                    <a:moveTo>
                      <a:pt x="0" y="0"/>
                    </a:moveTo>
                    <a:lnTo>
                      <a:pt x="4064000" y="0"/>
                    </a:lnTo>
                    <a:lnTo>
                      <a:pt x="4064000" y="785783"/>
                    </a:lnTo>
                    <a:lnTo>
                      <a:pt x="0" y="785783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795321" y="285511"/>
                <a:ext cx="4064000" cy="852458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4320"/>
                  </a:lnSpc>
                </a:pPr>
                <a:r>
                  <a:rPr lang="zh-CN" altLang="en-US" sz="4000" b="1" dirty="0">
                    <a:solidFill>
                      <a:srgbClr val="5C7CB3"/>
                    </a:solidFill>
                    <a:latin typeface="Noto Sans Bold" panose="020B0802040504020204"/>
                    <a:ea typeface="Noto Sans Bold" panose="020B0802040504020204"/>
                    <a:cs typeface="Noto Sans Bold" panose="020B0802040504020204"/>
                    <a:sym typeface="Noto Sans Bold" panose="020B0802040504020204"/>
                  </a:rPr>
                  <a:t>数据库</a:t>
                </a:r>
                <a:endParaRPr lang="zh-CN" altLang="en-US" sz="4000" b="1" dirty="0">
                  <a:solidFill>
                    <a:srgbClr val="5C7CB3"/>
                  </a:solidFill>
                  <a:latin typeface="Noto Sans Bold" panose="020B0802040504020204"/>
                  <a:ea typeface="Noto Sans Bold" panose="020B0802040504020204"/>
                  <a:cs typeface="Noto Sans Bold" panose="020B0802040504020204"/>
                  <a:sym typeface="Noto Sans Bold" panose="020B0802040504020204"/>
                </a:endParaRPr>
              </a:p>
            </p:txBody>
          </p:sp>
        </p:grpSp>
        <p:grpSp>
          <p:nvGrpSpPr>
            <p:cNvPr id="42" name="组合 41"/>
            <p:cNvGrpSpPr/>
            <p:nvPr/>
          </p:nvGrpSpPr>
          <p:grpSpPr>
            <a:xfrm>
              <a:off x="3692" y="2678"/>
              <a:ext cx="1540" cy="1578"/>
              <a:chOff x="3223" y="3082"/>
              <a:chExt cx="1540" cy="1578"/>
            </a:xfrm>
          </p:grpSpPr>
          <p:grpSp>
            <p:nvGrpSpPr>
              <p:cNvPr id="37" name="Group 18"/>
              <p:cNvGrpSpPr/>
              <p:nvPr/>
            </p:nvGrpSpPr>
            <p:grpSpPr>
              <a:xfrm>
                <a:off x="3223" y="3082"/>
                <a:ext cx="1541" cy="1578"/>
                <a:chOff x="-1" y="0"/>
                <a:chExt cx="1394224" cy="1625105"/>
              </a:xfrm>
            </p:grpSpPr>
            <p:sp>
              <p:nvSpPr>
                <p:cNvPr id="38" name="Freeform 19"/>
                <p:cNvSpPr/>
                <p:nvPr/>
              </p:nvSpPr>
              <p:spPr>
                <a:xfrm>
                  <a:off x="-1" y="0"/>
                  <a:ext cx="1394224" cy="16251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2000" h="2032000">
                      <a:moveTo>
                        <a:pt x="1016000" y="0"/>
                      </a:moveTo>
                      <a:cubicBezTo>
                        <a:pt x="1576705" y="0"/>
                        <a:pt x="2032000" y="455295"/>
                        <a:pt x="2032000" y="1016000"/>
                      </a:cubicBezTo>
                      <a:cubicBezTo>
                        <a:pt x="2032000" y="1576705"/>
                        <a:pt x="1576705" y="2032000"/>
                        <a:pt x="1016000" y="2032000"/>
                      </a:cubicBezTo>
                      <a:cubicBezTo>
                        <a:pt x="455295" y="2032000"/>
                        <a:pt x="0" y="1576705"/>
                        <a:pt x="0" y="1016000"/>
                      </a:cubicBezTo>
                      <a:cubicBezTo>
                        <a:pt x="0" y="455295"/>
                        <a:pt x="455295" y="0"/>
                        <a:pt x="1016000" y="0"/>
                      </a:cubicBezTo>
                      <a:close/>
                    </a:path>
                  </a:pathLst>
                </a:custGeom>
                <a:solidFill>
                  <a:srgbClr val="8FA7D0">
                    <a:alpha val="9020"/>
                  </a:srgbClr>
                </a:solidFill>
              </p:spPr>
            </p:sp>
          </p:grpSp>
          <p:sp>
            <p:nvSpPr>
              <p:cNvPr id="39" name="Freeform 20"/>
              <p:cNvSpPr/>
              <p:nvPr/>
            </p:nvSpPr>
            <p:spPr>
              <a:xfrm>
                <a:off x="3611" y="3486"/>
                <a:ext cx="766" cy="880"/>
              </a:xfrm>
              <a:custGeom>
                <a:avLst/>
                <a:gdLst/>
                <a:ahLst/>
                <a:cxnLst/>
                <a:rect l="l" t="t" r="r" b="b"/>
                <a:pathLst>
                  <a:path w="600075" h="685800">
                    <a:moveTo>
                      <a:pt x="0" y="0"/>
                    </a:moveTo>
                    <a:lnTo>
                      <a:pt x="600075" y="0"/>
                    </a:lnTo>
                    <a:lnTo>
                      <a:pt x="600075" y="685800"/>
                    </a:lnTo>
                    <a:lnTo>
                      <a:pt x="0" y="6858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a:blipFill>
            </p:spPr>
          </p:sp>
        </p:grpSp>
        <p:sp>
          <p:nvSpPr>
            <p:cNvPr id="46" name="Shape 16"/>
            <p:cNvSpPr/>
            <p:nvPr/>
          </p:nvSpPr>
          <p:spPr>
            <a:xfrm>
              <a:off x="2640" y="4616"/>
              <a:ext cx="9519" cy="2791"/>
            </a:xfrm>
            <a:custGeom>
              <a:avLst/>
              <a:gdLst/>
              <a:ahLst/>
              <a:cxnLst/>
              <a:rect l="l" t="t" r="r" b="b"/>
              <a:pathLst>
                <a:path w="2768600" h="965200">
                  <a:moveTo>
                    <a:pt x="101597" y="0"/>
                  </a:moveTo>
                  <a:lnTo>
                    <a:pt x="2667003" y="0"/>
                  </a:lnTo>
                  <a:cubicBezTo>
                    <a:pt x="2723113" y="0"/>
                    <a:pt x="2768600" y="45487"/>
                    <a:pt x="2768600" y="101597"/>
                  </a:cubicBezTo>
                  <a:lnTo>
                    <a:pt x="2768600" y="863603"/>
                  </a:lnTo>
                  <a:cubicBezTo>
                    <a:pt x="2768600" y="919713"/>
                    <a:pt x="2723113" y="965200"/>
                    <a:pt x="2667003" y="965200"/>
                  </a:cubicBezTo>
                  <a:lnTo>
                    <a:pt x="101597" y="965200"/>
                  </a:lnTo>
                  <a:cubicBezTo>
                    <a:pt x="45487" y="965200"/>
                    <a:pt x="0" y="919713"/>
                    <a:pt x="0" y="863603"/>
                  </a:cubicBezTo>
                  <a:lnTo>
                    <a:pt x="0" y="101597"/>
                  </a:lnTo>
                  <a:cubicBezTo>
                    <a:pt x="0" y="45487"/>
                    <a:pt x="45487" y="0"/>
                    <a:pt x="101597" y="0"/>
                  </a:cubicBezTo>
                  <a:close/>
                </a:path>
              </a:pathLst>
            </a:custGeom>
            <a:solidFill>
              <a:srgbClr val="8FA7D0">
                <a:alpha val="20000"/>
              </a:srgbClr>
            </a:solidFill>
          </p:spPr>
          <p:txBody>
            <a:bodyPr lIns="90000"/>
            <a:lstStyle/>
            <a:p>
              <a:endParaRPr lang="zh-CN" altLang="en-US" dirty="0"/>
            </a:p>
          </p:txBody>
        </p:sp>
        <p:sp>
          <p:nvSpPr>
            <p:cNvPr id="45" name="TextBox 26"/>
            <p:cNvSpPr txBox="1"/>
            <p:nvPr/>
          </p:nvSpPr>
          <p:spPr>
            <a:xfrm>
              <a:off x="3120" y="5100"/>
              <a:ext cx="8250" cy="366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3025"/>
                </a:lnSpc>
              </a:pPr>
              <a:r>
                <a:rPr lang="zh-CN" altLang="en-US" sz="3600" b="1" dirty="0">
                  <a:solidFill>
                    <a:srgbClr val="373737"/>
                  </a:solidFill>
                  <a:latin typeface="Noto Sans" panose="020B0502040504020204"/>
                  <a:ea typeface="Noto Sans" panose="020B0502040504020204"/>
                  <a:cs typeface="Noto Sans" panose="020B0502040504020204"/>
                  <a:sym typeface="Noto Sans" panose="020B0502040504020204"/>
                </a:rPr>
                <a:t>轻量级的 </a:t>
              </a:r>
              <a:r>
                <a:rPr lang="en-US" altLang="zh-CN" sz="3600" b="1" dirty="0">
                  <a:solidFill>
                    <a:srgbClr val="373737"/>
                  </a:solidFill>
                  <a:latin typeface="Noto Sans" panose="020B0502040504020204"/>
                  <a:ea typeface="Noto Sans" panose="020B0502040504020204"/>
                  <a:cs typeface="Noto Sans" panose="020B0502040504020204"/>
                  <a:sym typeface="Noto Sans" panose="020B0502040504020204"/>
                </a:rPr>
                <a:t>SQLite </a:t>
              </a:r>
              <a:r>
                <a:rPr lang="zh-CN" altLang="en-US" sz="3600" b="1" dirty="0">
                  <a:solidFill>
                    <a:srgbClr val="373737"/>
                  </a:solidFill>
                  <a:latin typeface="Noto Sans" panose="020B0502040504020204"/>
                  <a:ea typeface="Noto Sans" panose="020B0502040504020204"/>
                  <a:cs typeface="Noto Sans" panose="020B0502040504020204"/>
                  <a:sym typeface="Noto Sans" panose="020B0502040504020204"/>
                </a:rPr>
                <a:t>关系数据库</a:t>
              </a:r>
              <a:endParaRPr lang="en-US" altLang="zh-CN" sz="3600" b="1" dirty="0">
                <a:solidFill>
                  <a:srgbClr val="373737"/>
                </a:solidFill>
                <a:latin typeface="Noto Sans" panose="020B0502040504020204"/>
                <a:ea typeface="Noto Sans" panose="020B0502040504020204"/>
                <a:cs typeface="Noto Sans" panose="020B0502040504020204"/>
                <a:sym typeface="Noto Sans" panose="020B0502040504020204"/>
              </a:endParaRPr>
            </a:p>
            <a:p>
              <a:pPr>
                <a:lnSpc>
                  <a:spcPts val="3025"/>
                </a:lnSpc>
              </a:pPr>
              <a:endParaRPr lang="en-US" altLang="zh-CN" sz="3600" b="1" dirty="0">
                <a:solidFill>
                  <a:srgbClr val="373737"/>
                </a:solidFill>
                <a:latin typeface="Noto Sans" panose="020B0502040504020204"/>
                <a:ea typeface="Noto Sans" panose="020B0502040504020204"/>
                <a:cs typeface="Noto Sans" panose="020B0502040504020204"/>
                <a:sym typeface="Noto Sans" panose="020B0502040504020204"/>
              </a:endParaRPr>
            </a:p>
            <a:p>
              <a:pPr>
                <a:lnSpc>
                  <a:spcPts val="3025"/>
                </a:lnSpc>
              </a:pPr>
              <a:endParaRPr lang="en-US" altLang="zh-CN" sz="3600" b="1" dirty="0">
                <a:solidFill>
                  <a:srgbClr val="373737"/>
                </a:solidFill>
                <a:latin typeface="Noto Sans" panose="020B0502040504020204"/>
                <a:ea typeface="Noto Sans" panose="020B0502040504020204"/>
                <a:cs typeface="Noto Sans" panose="020B0502040504020204"/>
                <a:sym typeface="Noto Sans" panose="020B0502040504020204"/>
              </a:endParaRPr>
            </a:p>
          </p:txBody>
        </p:sp>
        <p:sp>
          <p:nvSpPr>
            <p:cNvPr id="40" name="Shape 16"/>
            <p:cNvSpPr/>
            <p:nvPr/>
          </p:nvSpPr>
          <p:spPr>
            <a:xfrm>
              <a:off x="2520" y="7860"/>
              <a:ext cx="9519" cy="2791"/>
            </a:xfrm>
            <a:custGeom>
              <a:avLst/>
              <a:gdLst/>
              <a:ahLst/>
              <a:cxnLst/>
              <a:rect l="l" t="t" r="r" b="b"/>
              <a:pathLst>
                <a:path w="2768600" h="965200">
                  <a:moveTo>
                    <a:pt x="101597" y="0"/>
                  </a:moveTo>
                  <a:lnTo>
                    <a:pt x="2667003" y="0"/>
                  </a:lnTo>
                  <a:cubicBezTo>
                    <a:pt x="2723113" y="0"/>
                    <a:pt x="2768600" y="45487"/>
                    <a:pt x="2768600" y="101597"/>
                  </a:cubicBezTo>
                  <a:lnTo>
                    <a:pt x="2768600" y="863603"/>
                  </a:lnTo>
                  <a:cubicBezTo>
                    <a:pt x="2768600" y="919713"/>
                    <a:pt x="2723113" y="965200"/>
                    <a:pt x="2667003" y="965200"/>
                  </a:cubicBezTo>
                  <a:lnTo>
                    <a:pt x="101597" y="965200"/>
                  </a:lnTo>
                  <a:cubicBezTo>
                    <a:pt x="45487" y="965200"/>
                    <a:pt x="0" y="919713"/>
                    <a:pt x="0" y="863603"/>
                  </a:cubicBezTo>
                  <a:lnTo>
                    <a:pt x="0" y="101597"/>
                  </a:lnTo>
                  <a:cubicBezTo>
                    <a:pt x="0" y="45487"/>
                    <a:pt x="45487" y="0"/>
                    <a:pt x="101597" y="0"/>
                  </a:cubicBezTo>
                  <a:close/>
                </a:path>
              </a:pathLst>
            </a:custGeom>
            <a:solidFill>
              <a:srgbClr val="8FA7D0">
                <a:alpha val="20000"/>
              </a:srgbClr>
            </a:solidFill>
          </p:spPr>
          <p:txBody>
            <a:bodyPr lIns="90000"/>
            <a:p>
              <a:endParaRPr lang="zh-CN" altLang="en-US" dirty="0"/>
            </a:p>
          </p:txBody>
        </p:sp>
        <p:sp>
          <p:nvSpPr>
            <p:cNvPr id="41" name="Shape 16"/>
            <p:cNvSpPr/>
            <p:nvPr/>
          </p:nvSpPr>
          <p:spPr>
            <a:xfrm>
              <a:off x="2520" y="11197"/>
              <a:ext cx="9519" cy="2791"/>
            </a:xfrm>
            <a:custGeom>
              <a:avLst/>
              <a:gdLst/>
              <a:ahLst/>
              <a:cxnLst/>
              <a:rect l="l" t="t" r="r" b="b"/>
              <a:pathLst>
                <a:path w="2768600" h="965200">
                  <a:moveTo>
                    <a:pt x="101597" y="0"/>
                  </a:moveTo>
                  <a:lnTo>
                    <a:pt x="2667003" y="0"/>
                  </a:lnTo>
                  <a:cubicBezTo>
                    <a:pt x="2723113" y="0"/>
                    <a:pt x="2768600" y="45487"/>
                    <a:pt x="2768600" y="101597"/>
                  </a:cubicBezTo>
                  <a:lnTo>
                    <a:pt x="2768600" y="863603"/>
                  </a:lnTo>
                  <a:cubicBezTo>
                    <a:pt x="2768600" y="919713"/>
                    <a:pt x="2723113" y="965200"/>
                    <a:pt x="2667003" y="965200"/>
                  </a:cubicBezTo>
                  <a:lnTo>
                    <a:pt x="101597" y="965200"/>
                  </a:lnTo>
                  <a:cubicBezTo>
                    <a:pt x="45487" y="965200"/>
                    <a:pt x="0" y="919713"/>
                    <a:pt x="0" y="863603"/>
                  </a:cubicBezTo>
                  <a:lnTo>
                    <a:pt x="0" y="101597"/>
                  </a:lnTo>
                  <a:cubicBezTo>
                    <a:pt x="0" y="45487"/>
                    <a:pt x="45487" y="0"/>
                    <a:pt x="101597" y="0"/>
                  </a:cubicBezTo>
                  <a:close/>
                </a:path>
              </a:pathLst>
            </a:custGeom>
            <a:solidFill>
              <a:srgbClr val="8FA7D0">
                <a:alpha val="20000"/>
              </a:srgbClr>
            </a:solidFill>
          </p:spPr>
          <p:txBody>
            <a:bodyPr lIns="90000"/>
            <a:p>
              <a:endParaRPr lang="zh-CN" altLang="en-US" dirty="0"/>
            </a:p>
          </p:txBody>
        </p:sp>
        <p:sp>
          <p:nvSpPr>
            <p:cNvPr id="43" name="文本框 42"/>
            <p:cNvSpPr txBox="1"/>
            <p:nvPr/>
          </p:nvSpPr>
          <p:spPr>
            <a:xfrm>
              <a:off x="3090" y="8392"/>
              <a:ext cx="8190" cy="30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>
                <a:lnSpc>
                  <a:spcPts val="3025"/>
                </a:lnSpc>
                <a:buClrTx/>
                <a:buSzTx/>
                <a:buFontTx/>
              </a:pPr>
              <a:r>
                <a:rPr lang="zh-CN" altLang="en-US" sz="3600" b="1" dirty="0">
                  <a:solidFill>
                    <a:srgbClr val="373737"/>
                  </a:solidFill>
                  <a:latin typeface="Noto Sans" panose="020B0502040504020204"/>
                  <a:ea typeface="Noto Sans" panose="020B0502040504020204"/>
                  <a:cs typeface="Noto Sans" panose="020B0502040504020204"/>
                  <a:sym typeface="Noto Sans" panose="020B0502040504020204"/>
                </a:rPr>
                <a:t>节点自引用结构(parent id)实现知识树的递归层级</a:t>
              </a:r>
              <a:endParaRPr lang="zh-CN" altLang="en-US" sz="3600" b="1" dirty="0">
                <a:solidFill>
                  <a:srgbClr val="373737"/>
                </a:solidFill>
                <a:latin typeface="Noto Sans" panose="020B0502040504020204"/>
                <a:ea typeface="Noto Sans" panose="020B0502040504020204"/>
                <a:cs typeface="Noto Sans" panose="020B0502040504020204"/>
                <a:sym typeface="Noto Sans" panose="020B0502040504020204"/>
              </a:endParaRPr>
            </a:p>
            <a:p>
              <a:pPr>
                <a:lnSpc>
                  <a:spcPts val="3025"/>
                </a:lnSpc>
              </a:pPr>
              <a:endParaRPr lang="zh-CN" altLang="en-US" b="1" dirty="0">
                <a:solidFill>
                  <a:srgbClr val="373737"/>
                </a:solidFill>
                <a:latin typeface="Noto Sans" panose="020B0502040504020204"/>
                <a:ea typeface="Noto Sans" panose="020B0502040504020204"/>
                <a:cs typeface="Noto Sans" panose="020B0502040504020204"/>
                <a:sym typeface="Noto Sans" panose="020B0502040504020204"/>
              </a:endParaRPr>
            </a:p>
            <a:p>
              <a:endParaRPr lang="zh-CN" altLang="en-US"/>
            </a:p>
          </p:txBody>
        </p:sp>
        <p:sp>
          <p:nvSpPr>
            <p:cNvPr id="44" name="文本框 43"/>
            <p:cNvSpPr txBox="1"/>
            <p:nvPr/>
          </p:nvSpPr>
          <p:spPr>
            <a:xfrm>
              <a:off x="2938" y="11820"/>
              <a:ext cx="9101" cy="121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zh-CN" altLang="en-US" sz="3600" b="1" dirty="0">
                  <a:solidFill>
                    <a:srgbClr val="373737"/>
                  </a:solidFill>
                  <a:latin typeface="Noto Sans" panose="020B0502040504020204"/>
                  <a:ea typeface="Noto Sans" panose="020B0502040504020204"/>
                  <a:cs typeface="Noto Sans" panose="020B0502040504020204"/>
                  <a:sym typeface="Noto Sans" panose="020B0502040504020204"/>
                </a:rPr>
                <a:t>每个节点附带语义元信息(难度、重要性、关系类型)</a:t>
              </a:r>
              <a:endParaRPr lang="zh-CN" altLang="en-US" sz="3600" b="1" dirty="0">
                <a:solidFill>
                  <a:srgbClr val="373737"/>
                </a:solidFill>
                <a:latin typeface="Noto Sans" panose="020B0502040504020204"/>
                <a:ea typeface="Noto Sans" panose="020B0502040504020204"/>
                <a:cs typeface="Noto Sans" panose="020B0502040504020204"/>
                <a:sym typeface="Noto Sans" panose="020B0502040504020204"/>
              </a:endParaRPr>
            </a:p>
            <a:p>
              <a:endParaRPr lang="zh-CN" altLang="en-US" sz="3600" b="1" dirty="0">
                <a:solidFill>
                  <a:srgbClr val="373737"/>
                </a:solidFill>
                <a:latin typeface="Noto Sans" panose="020B0502040504020204"/>
                <a:ea typeface="Noto Sans" panose="020B0502040504020204"/>
                <a:cs typeface="Noto Sans" panose="020B0502040504020204"/>
              </a:endParaRPr>
            </a:p>
          </p:txBody>
        </p:sp>
      </p:grpSp>
      <p:grpSp>
        <p:nvGrpSpPr>
          <p:cNvPr id="106" name="组合 105"/>
          <p:cNvGrpSpPr/>
          <p:nvPr>
            <p:custDataLst>
              <p:tags r:id="rId4"/>
            </p:custDataLst>
          </p:nvPr>
        </p:nvGrpSpPr>
        <p:grpSpPr>
          <a:xfrm>
            <a:off x="9753600" y="774700"/>
            <a:ext cx="7778115" cy="8691880"/>
            <a:chOff x="14631" y="495"/>
            <a:chExt cx="12249" cy="13688"/>
          </a:xfrm>
        </p:grpSpPr>
        <p:grpSp>
          <p:nvGrpSpPr>
            <p:cNvPr id="94" name="组合 93"/>
            <p:cNvGrpSpPr/>
            <p:nvPr>
              <p:custDataLst>
                <p:tags r:id="rId5"/>
              </p:custDataLst>
            </p:nvPr>
          </p:nvGrpSpPr>
          <p:grpSpPr>
            <a:xfrm>
              <a:off x="14631" y="1959"/>
              <a:ext cx="12249" cy="12224"/>
              <a:chOff x="14631" y="1959"/>
              <a:chExt cx="12249" cy="12224"/>
            </a:xfrm>
          </p:grpSpPr>
          <p:grpSp>
            <p:nvGrpSpPr>
              <p:cNvPr id="57" name="组合 56"/>
              <p:cNvGrpSpPr/>
              <p:nvPr>
                <p:custDataLst>
                  <p:tags r:id="rId6"/>
                </p:custDataLst>
              </p:nvPr>
            </p:nvGrpSpPr>
            <p:grpSpPr>
              <a:xfrm>
                <a:off x="14631" y="1959"/>
                <a:ext cx="12249" cy="6340"/>
                <a:chOff x="2447" y="5707"/>
                <a:chExt cx="12249" cy="6340"/>
              </a:xfrm>
            </p:grpSpPr>
            <p:sp>
              <p:nvSpPr>
                <p:cNvPr id="58" name="Text 2"/>
                <p:cNvSpPr/>
                <p:nvPr>
                  <p:custDataLst>
                    <p:tags r:id="rId7"/>
                  </p:custDataLst>
                </p:nvPr>
              </p:nvSpPr>
              <p:spPr>
                <a:xfrm>
                  <a:off x="2447" y="6753"/>
                  <a:ext cx="6946" cy="132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/>
                <a:p>
                  <a:pPr algn="ctr">
                    <a:lnSpc>
                      <a:spcPct val="130000"/>
                    </a:lnSpc>
                  </a:pPr>
                  <a:r>
                    <a:rPr lang="zh-CN" altLang="en-US" sz="3200" b="1" dirty="0">
                      <a:solidFill>
                        <a:srgbClr val="373737"/>
                      </a:solidFill>
                      <a:latin typeface="Noto Sans SC" panose="020B0200000000000000" pitchFamily="34" charset="-122"/>
                      <a:ea typeface="Noto Sans SC" panose="020B0200000000000000" pitchFamily="34" charset="-122"/>
                      <a:cs typeface="Noto Sans SC" panose="020B0200000000000000" pitchFamily="34" charset="-120"/>
                    </a:rPr>
                    <a:t>主题提取与净化</a:t>
                  </a:r>
                  <a:endParaRPr lang="en-US" sz="3200" dirty="0"/>
                </a:p>
              </p:txBody>
            </p:sp>
            <p:sp>
              <p:nvSpPr>
                <p:cNvPr id="59" name="Text 6"/>
                <p:cNvSpPr/>
                <p:nvPr>
                  <p:custDataLst>
                    <p:tags r:id="rId8"/>
                  </p:custDataLst>
                </p:nvPr>
              </p:nvSpPr>
              <p:spPr>
                <a:xfrm>
                  <a:off x="9457" y="6953"/>
                  <a:ext cx="4372" cy="78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/>
                <a:p>
                  <a:pPr algn="ctr">
                    <a:lnSpc>
                      <a:spcPct val="130000"/>
                    </a:lnSpc>
                  </a:pPr>
                  <a:r>
                    <a:rPr lang="zh-CN" altLang="en-US" sz="3200" b="1" dirty="0">
                      <a:solidFill>
                        <a:srgbClr val="373737"/>
                      </a:solidFill>
                      <a:latin typeface="Noto Sans SC" panose="020B0200000000000000" pitchFamily="34" charset="-122"/>
                      <a:ea typeface="Noto Sans SC" panose="020B0200000000000000" pitchFamily="34" charset="-122"/>
                      <a:cs typeface="Noto Sans SC" panose="020B0200000000000000" pitchFamily="34" charset="-120"/>
                    </a:rPr>
                    <a:t>难度评估</a:t>
                  </a:r>
                  <a:endParaRPr lang="en-US" sz="3200" dirty="0"/>
                </a:p>
              </p:txBody>
            </p:sp>
            <p:grpSp>
              <p:nvGrpSpPr>
                <p:cNvPr id="60" name="组合 59"/>
                <p:cNvGrpSpPr/>
                <p:nvPr>
                  <p:custDataLst>
                    <p:tags r:id="rId9"/>
                  </p:custDataLst>
                </p:nvPr>
              </p:nvGrpSpPr>
              <p:grpSpPr>
                <a:xfrm>
                  <a:off x="3327" y="7937"/>
                  <a:ext cx="5093" cy="4110"/>
                  <a:chOff x="3687" y="12050"/>
                  <a:chExt cx="5093" cy="4110"/>
                </a:xfrm>
              </p:grpSpPr>
              <p:sp>
                <p:nvSpPr>
                  <p:cNvPr id="61" name="Shape 16"/>
                  <p:cNvSpPr/>
                  <p:nvPr>
                    <p:custDataLst>
                      <p:tags r:id="rId10"/>
                    </p:custDataLst>
                  </p:nvPr>
                </p:nvSpPr>
                <p:spPr>
                  <a:xfrm>
                    <a:off x="3720" y="12420"/>
                    <a:ext cx="5060" cy="343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68600" h="965200">
                        <a:moveTo>
                          <a:pt x="101597" y="0"/>
                        </a:moveTo>
                        <a:lnTo>
                          <a:pt x="2667003" y="0"/>
                        </a:lnTo>
                        <a:cubicBezTo>
                          <a:pt x="2723113" y="0"/>
                          <a:pt x="2768600" y="45487"/>
                          <a:pt x="2768600" y="101597"/>
                        </a:cubicBezTo>
                        <a:lnTo>
                          <a:pt x="2768600" y="863603"/>
                        </a:lnTo>
                        <a:cubicBezTo>
                          <a:pt x="2768600" y="919713"/>
                          <a:pt x="2723113" y="965200"/>
                          <a:pt x="2667003" y="965200"/>
                        </a:cubicBezTo>
                        <a:lnTo>
                          <a:pt x="101597" y="965200"/>
                        </a:lnTo>
                        <a:cubicBezTo>
                          <a:pt x="45487" y="965200"/>
                          <a:pt x="0" y="919713"/>
                          <a:pt x="0" y="863603"/>
                        </a:cubicBezTo>
                        <a:lnTo>
                          <a:pt x="0" y="101597"/>
                        </a:lnTo>
                        <a:cubicBezTo>
                          <a:pt x="0" y="45487"/>
                          <a:pt x="45487" y="0"/>
                          <a:pt x="101597" y="0"/>
                        </a:cubicBezTo>
                        <a:close/>
                      </a:path>
                    </a:pathLst>
                  </a:custGeom>
                  <a:solidFill>
                    <a:srgbClr val="8FA7D0">
                      <a:alpha val="20000"/>
                    </a:srgbClr>
                  </a:solidFill>
                </p:spPr>
                <p:txBody>
                  <a:bodyPr lIns="90000"/>
                  <a:p>
                    <a:endParaRPr lang="zh-CN" altLang="en-US" dirty="0"/>
                  </a:p>
                </p:txBody>
              </p:sp>
              <p:sp>
                <p:nvSpPr>
                  <p:cNvPr id="62" name="Text 18"/>
                  <p:cNvSpPr/>
                  <p:nvPr>
                    <p:custDataLst>
                      <p:tags r:id="rId11"/>
                    </p:custDataLst>
                  </p:nvPr>
                </p:nvSpPr>
                <p:spPr>
                  <a:xfrm>
                    <a:off x="3687" y="12050"/>
                    <a:ext cx="5093" cy="4110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/>
                  <a:p>
                    <a:pPr algn="ctr">
                      <a:lnSpc>
                        <a:spcPct val="110000"/>
                      </a:lnSpc>
                    </a:pPr>
                    <a:r>
                      <a:rPr lang="zh-CN" altLang="en-US" sz="2400" dirty="0">
                        <a:solidFill>
                          <a:srgbClr val="373737"/>
                        </a:solidFill>
                        <a:latin typeface="Noto Sans SC" panose="020B0200000000000000" pitchFamily="34" charset="-122"/>
                        <a:ea typeface="Noto Sans SC" panose="020B0200000000000000" pitchFamily="34" charset="-122"/>
                        <a:cs typeface="Noto Sans SC" panose="020B0200000000000000" pitchFamily="34" charset="-120"/>
                      </a:rPr>
                      <a:t>从用户描述中精准抽取出核心学习概念。</a:t>
                    </a:r>
                    <a:endParaRPr lang="en-US" sz="2400" dirty="0"/>
                  </a:p>
                </p:txBody>
              </p:sp>
            </p:grpSp>
            <p:grpSp>
              <p:nvGrpSpPr>
                <p:cNvPr id="63" name="组合 62"/>
                <p:cNvGrpSpPr/>
                <p:nvPr>
                  <p:custDataLst>
                    <p:tags r:id="rId12"/>
                  </p:custDataLst>
                </p:nvPr>
              </p:nvGrpSpPr>
              <p:grpSpPr>
                <a:xfrm>
                  <a:off x="9516" y="8275"/>
                  <a:ext cx="5180" cy="3621"/>
                  <a:chOff x="11216" y="12900"/>
                  <a:chExt cx="5180" cy="3621"/>
                </a:xfrm>
              </p:grpSpPr>
              <p:sp>
                <p:nvSpPr>
                  <p:cNvPr id="64" name="Shape 19"/>
                  <p:cNvSpPr/>
                  <p:nvPr>
                    <p:custDataLst>
                      <p:tags r:id="rId13"/>
                    </p:custDataLst>
                  </p:nvPr>
                </p:nvSpPr>
                <p:spPr>
                  <a:xfrm>
                    <a:off x="11216" y="12900"/>
                    <a:ext cx="5181" cy="343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68600" h="965200">
                        <a:moveTo>
                          <a:pt x="101597" y="0"/>
                        </a:moveTo>
                        <a:lnTo>
                          <a:pt x="2667003" y="0"/>
                        </a:lnTo>
                        <a:cubicBezTo>
                          <a:pt x="2723113" y="0"/>
                          <a:pt x="2768600" y="45487"/>
                          <a:pt x="2768600" y="101597"/>
                        </a:cubicBezTo>
                        <a:lnTo>
                          <a:pt x="2768600" y="863603"/>
                        </a:lnTo>
                        <a:cubicBezTo>
                          <a:pt x="2768600" y="919713"/>
                          <a:pt x="2723113" y="965200"/>
                          <a:pt x="2667003" y="965200"/>
                        </a:cubicBezTo>
                        <a:lnTo>
                          <a:pt x="101597" y="965200"/>
                        </a:lnTo>
                        <a:cubicBezTo>
                          <a:pt x="45487" y="965200"/>
                          <a:pt x="0" y="919713"/>
                          <a:pt x="0" y="863603"/>
                        </a:cubicBezTo>
                        <a:lnTo>
                          <a:pt x="0" y="101597"/>
                        </a:lnTo>
                        <a:cubicBezTo>
                          <a:pt x="0" y="45487"/>
                          <a:pt x="45487" y="0"/>
                          <a:pt x="101597" y="0"/>
                        </a:cubicBezTo>
                        <a:close/>
                      </a:path>
                    </a:pathLst>
                  </a:custGeom>
                  <a:solidFill>
                    <a:srgbClr val="8FA7D0">
                      <a:alpha val="20000"/>
                    </a:srgbClr>
                  </a:solidFill>
                </p:spPr>
                <p:txBody>
                  <a:bodyPr lIns="90000"/>
                  <a:p>
                    <a:endParaRPr lang="zh-CN" altLang="en-US"/>
                  </a:p>
                </p:txBody>
              </p:sp>
              <p:sp>
                <p:nvSpPr>
                  <p:cNvPr id="65" name="Text 21"/>
                  <p:cNvSpPr/>
                  <p:nvPr>
                    <p:custDataLst>
                      <p:tags r:id="rId14"/>
                    </p:custDataLst>
                  </p:nvPr>
                </p:nvSpPr>
                <p:spPr>
                  <a:xfrm>
                    <a:off x="11520" y="13085"/>
                    <a:ext cx="4573" cy="3437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/>
                  <a:p>
                    <a:pPr algn="ctr">
                      <a:lnSpc>
                        <a:spcPct val="110000"/>
                      </a:lnSpc>
                    </a:pPr>
                    <a:r>
                      <a:rPr lang="zh-CN" altLang="en-US" sz="2400" dirty="0">
                        <a:solidFill>
                          <a:srgbClr val="373737"/>
                        </a:solidFill>
                        <a:latin typeface="Noto Sans SC" panose="020B0200000000000000" pitchFamily="34" charset="-122"/>
                        <a:ea typeface="Noto Sans SC" panose="020B0200000000000000" pitchFamily="34" charset="-122"/>
                        <a:cs typeface="Noto Sans SC" panose="020B0200000000000000" pitchFamily="34" charset="-120"/>
                      </a:rPr>
                      <a:t>对于用户提出的主题进行分析和难度评估，为后续的知识拆解提供依据。</a:t>
                    </a:r>
                    <a:endParaRPr lang="en-US" sz="2400" dirty="0"/>
                  </a:p>
                </p:txBody>
              </p:sp>
            </p:grpSp>
            <p:sp>
              <p:nvSpPr>
                <p:cNvPr id="66" name="Shape 1"/>
                <p:cNvSpPr/>
                <p:nvPr/>
              </p:nvSpPr>
              <p:spPr>
                <a:xfrm>
                  <a:off x="4939" y="5707"/>
                  <a:ext cx="1195" cy="9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0" h="457200">
                      <a:moveTo>
                        <a:pt x="228689" y="221456"/>
                      </a:moveTo>
                      <a:cubicBezTo>
                        <a:pt x="287830" y="221456"/>
                        <a:pt x="335846" y="173441"/>
                        <a:pt x="335846" y="114300"/>
                      </a:cubicBezTo>
                      <a:cubicBezTo>
                        <a:pt x="335846" y="55159"/>
                        <a:pt x="287830" y="7144"/>
                        <a:pt x="228689" y="7144"/>
                      </a:cubicBezTo>
                      <a:cubicBezTo>
                        <a:pt x="169548" y="7144"/>
                        <a:pt x="121533" y="55159"/>
                        <a:pt x="121533" y="114300"/>
                      </a:cubicBezTo>
                      <a:cubicBezTo>
                        <a:pt x="121533" y="173441"/>
                        <a:pt x="169548" y="221456"/>
                        <a:pt x="228689" y="221456"/>
                      </a:cubicBezTo>
                      <a:close/>
                      <a:moveTo>
                        <a:pt x="202168" y="271463"/>
                      </a:moveTo>
                      <a:cubicBezTo>
                        <a:pt x="114211" y="271463"/>
                        <a:pt x="42952" y="342721"/>
                        <a:pt x="42952" y="430679"/>
                      </a:cubicBezTo>
                      <a:cubicBezTo>
                        <a:pt x="42952" y="445324"/>
                        <a:pt x="54828" y="457200"/>
                        <a:pt x="69473" y="457200"/>
                      </a:cubicBezTo>
                      <a:lnTo>
                        <a:pt x="244941" y="457200"/>
                      </a:lnTo>
                      <a:lnTo>
                        <a:pt x="254675" y="408533"/>
                      </a:lnTo>
                      <a:cubicBezTo>
                        <a:pt x="258514" y="389156"/>
                        <a:pt x="268069" y="371386"/>
                        <a:pt x="282000" y="357455"/>
                      </a:cubicBezTo>
                      <a:lnTo>
                        <a:pt x="342096" y="297359"/>
                      </a:lnTo>
                      <a:cubicBezTo>
                        <a:pt x="317093" y="281017"/>
                        <a:pt x="287268" y="271552"/>
                        <a:pt x="255121" y="271552"/>
                      </a:cubicBezTo>
                      <a:lnTo>
                        <a:pt x="202079" y="271552"/>
                      </a:lnTo>
                      <a:close/>
                      <a:moveTo>
                        <a:pt x="296734" y="416927"/>
                      </a:moveTo>
                      <a:lnTo>
                        <a:pt x="286107" y="470148"/>
                      </a:lnTo>
                      <a:cubicBezTo>
                        <a:pt x="285929" y="470952"/>
                        <a:pt x="285839" y="471845"/>
                        <a:pt x="285839" y="472738"/>
                      </a:cubicBezTo>
                      <a:cubicBezTo>
                        <a:pt x="285839" y="479881"/>
                        <a:pt x="291644" y="485775"/>
                        <a:pt x="298877" y="485775"/>
                      </a:cubicBezTo>
                      <a:cubicBezTo>
                        <a:pt x="299770" y="485775"/>
                        <a:pt x="300573" y="485686"/>
                        <a:pt x="301466" y="485507"/>
                      </a:cubicBezTo>
                      <a:lnTo>
                        <a:pt x="354687" y="474881"/>
                      </a:lnTo>
                      <a:cubicBezTo>
                        <a:pt x="365760" y="472648"/>
                        <a:pt x="375940" y="467201"/>
                        <a:pt x="383887" y="459254"/>
                      </a:cubicBezTo>
                      <a:lnTo>
                        <a:pt x="490061" y="353080"/>
                      </a:lnTo>
                      <a:lnTo>
                        <a:pt x="418624" y="281642"/>
                      </a:lnTo>
                      <a:lnTo>
                        <a:pt x="312450" y="387816"/>
                      </a:lnTo>
                      <a:cubicBezTo>
                        <a:pt x="304502" y="395764"/>
                        <a:pt x="299055" y="405944"/>
                        <a:pt x="296823" y="417016"/>
                      </a:cubicBezTo>
                      <a:close/>
                      <a:moveTo>
                        <a:pt x="535871" y="307092"/>
                      </a:moveTo>
                      <a:cubicBezTo>
                        <a:pt x="555605" y="287357"/>
                        <a:pt x="555605" y="255389"/>
                        <a:pt x="535871" y="235654"/>
                      </a:cubicBezTo>
                      <a:cubicBezTo>
                        <a:pt x="516136" y="215920"/>
                        <a:pt x="484168" y="215920"/>
                        <a:pt x="464433" y="235654"/>
                      </a:cubicBezTo>
                      <a:lnTo>
                        <a:pt x="438716" y="261372"/>
                      </a:lnTo>
                      <a:lnTo>
                        <a:pt x="510153" y="332809"/>
                      </a:lnTo>
                      <a:lnTo>
                        <a:pt x="535871" y="307092"/>
                      </a:lnTo>
                      <a:close/>
                    </a:path>
                  </a:pathLst>
                </a:custGeom>
                <a:solidFill>
                  <a:srgbClr val="7097E5"/>
                </a:solidFill>
              </p:spPr>
            </p:sp>
            <p:sp>
              <p:nvSpPr>
                <p:cNvPr id="67" name="Shape 4"/>
                <p:cNvSpPr/>
                <p:nvPr>
                  <p:custDataLst>
                    <p:tags r:id="rId15"/>
                  </p:custDataLst>
                </p:nvPr>
              </p:nvSpPr>
              <p:spPr>
                <a:xfrm>
                  <a:off x="8306" y="6770"/>
                  <a:ext cx="1178" cy="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9300" h="50800">
                      <a:moveTo>
                        <a:pt x="0" y="0"/>
                      </a:moveTo>
                      <a:lnTo>
                        <a:pt x="749300" y="0"/>
                      </a:lnTo>
                      <a:lnTo>
                        <a:pt x="749300" y="50800"/>
                      </a:lnTo>
                      <a:lnTo>
                        <a:pt x="0" y="5080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7097E5"/>
                    </a:gs>
                    <a:gs pos="100000">
                      <a:srgbClr val="8FA7D0"/>
                    </a:gs>
                  </a:gsLst>
                  <a:lin ang="0" scaled="1"/>
                </a:gradFill>
              </p:spPr>
            </p:sp>
            <p:sp>
              <p:nvSpPr>
                <p:cNvPr id="68" name="Shape 5"/>
                <p:cNvSpPr/>
                <p:nvPr/>
              </p:nvSpPr>
              <p:spPr>
                <a:xfrm>
                  <a:off x="11046" y="5733"/>
                  <a:ext cx="1421" cy="10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0" h="457200">
                      <a:moveTo>
                        <a:pt x="314325" y="0"/>
                      </a:moveTo>
                      <a:cubicBezTo>
                        <a:pt x="314325" y="-15806"/>
                        <a:pt x="301556" y="-28575"/>
                        <a:pt x="285750" y="-28575"/>
                      </a:cubicBezTo>
                      <a:cubicBezTo>
                        <a:pt x="269944" y="-28575"/>
                        <a:pt x="257175" y="-15806"/>
                        <a:pt x="257175" y="0"/>
                      </a:cubicBezTo>
                      <a:lnTo>
                        <a:pt x="257175" y="57150"/>
                      </a:lnTo>
                      <a:lnTo>
                        <a:pt x="171450" y="57150"/>
                      </a:lnTo>
                      <a:cubicBezTo>
                        <a:pt x="124123" y="57150"/>
                        <a:pt x="85725" y="95548"/>
                        <a:pt x="85725" y="142875"/>
                      </a:cubicBezTo>
                      <a:lnTo>
                        <a:pt x="85725" y="342900"/>
                      </a:lnTo>
                      <a:cubicBezTo>
                        <a:pt x="85725" y="390227"/>
                        <a:pt x="124123" y="428625"/>
                        <a:pt x="171450" y="428625"/>
                      </a:cubicBezTo>
                      <a:lnTo>
                        <a:pt x="400050" y="428625"/>
                      </a:lnTo>
                      <a:cubicBezTo>
                        <a:pt x="447377" y="428625"/>
                        <a:pt x="485775" y="390227"/>
                        <a:pt x="485775" y="342900"/>
                      </a:cubicBezTo>
                      <a:lnTo>
                        <a:pt x="485775" y="142875"/>
                      </a:lnTo>
                      <a:cubicBezTo>
                        <a:pt x="485775" y="95548"/>
                        <a:pt x="447377" y="57150"/>
                        <a:pt x="400050" y="57150"/>
                      </a:cubicBezTo>
                      <a:lnTo>
                        <a:pt x="314325" y="57150"/>
                      </a:lnTo>
                      <a:lnTo>
                        <a:pt x="314325" y="0"/>
                      </a:lnTo>
                      <a:close/>
                      <a:moveTo>
                        <a:pt x="142875" y="328613"/>
                      </a:moveTo>
                      <a:cubicBezTo>
                        <a:pt x="142875" y="316736"/>
                        <a:pt x="152430" y="307181"/>
                        <a:pt x="164306" y="307181"/>
                      </a:cubicBezTo>
                      <a:lnTo>
                        <a:pt x="192881" y="307181"/>
                      </a:lnTo>
                      <a:cubicBezTo>
                        <a:pt x="204758" y="307181"/>
                        <a:pt x="214313" y="316736"/>
                        <a:pt x="214313" y="328613"/>
                      </a:cubicBezTo>
                      <a:cubicBezTo>
                        <a:pt x="214313" y="340489"/>
                        <a:pt x="204758" y="350044"/>
                        <a:pt x="192881" y="350044"/>
                      </a:cubicBezTo>
                      <a:lnTo>
                        <a:pt x="164306" y="350044"/>
                      </a:lnTo>
                      <a:cubicBezTo>
                        <a:pt x="152430" y="350044"/>
                        <a:pt x="142875" y="340489"/>
                        <a:pt x="142875" y="328613"/>
                      </a:cubicBezTo>
                      <a:close/>
                      <a:moveTo>
                        <a:pt x="250031" y="328613"/>
                      </a:moveTo>
                      <a:cubicBezTo>
                        <a:pt x="250031" y="316736"/>
                        <a:pt x="259586" y="307181"/>
                        <a:pt x="271463" y="307181"/>
                      </a:cubicBezTo>
                      <a:lnTo>
                        <a:pt x="300038" y="307181"/>
                      </a:lnTo>
                      <a:cubicBezTo>
                        <a:pt x="311914" y="307181"/>
                        <a:pt x="321469" y="316736"/>
                        <a:pt x="321469" y="328613"/>
                      </a:cubicBezTo>
                      <a:cubicBezTo>
                        <a:pt x="321469" y="340489"/>
                        <a:pt x="311914" y="350044"/>
                        <a:pt x="300038" y="350044"/>
                      </a:cubicBezTo>
                      <a:lnTo>
                        <a:pt x="271463" y="350044"/>
                      </a:lnTo>
                      <a:cubicBezTo>
                        <a:pt x="259586" y="350044"/>
                        <a:pt x="250031" y="340489"/>
                        <a:pt x="250031" y="328613"/>
                      </a:cubicBezTo>
                      <a:close/>
                      <a:moveTo>
                        <a:pt x="357188" y="328613"/>
                      </a:moveTo>
                      <a:cubicBezTo>
                        <a:pt x="357188" y="316736"/>
                        <a:pt x="366742" y="307181"/>
                        <a:pt x="378619" y="307181"/>
                      </a:cubicBezTo>
                      <a:lnTo>
                        <a:pt x="407194" y="307181"/>
                      </a:lnTo>
                      <a:cubicBezTo>
                        <a:pt x="419070" y="307181"/>
                        <a:pt x="428625" y="316736"/>
                        <a:pt x="428625" y="328613"/>
                      </a:cubicBezTo>
                      <a:cubicBezTo>
                        <a:pt x="428625" y="340489"/>
                        <a:pt x="419070" y="350044"/>
                        <a:pt x="407194" y="350044"/>
                      </a:cubicBezTo>
                      <a:lnTo>
                        <a:pt x="378619" y="350044"/>
                      </a:lnTo>
                      <a:cubicBezTo>
                        <a:pt x="366742" y="350044"/>
                        <a:pt x="357188" y="340489"/>
                        <a:pt x="357188" y="328613"/>
                      </a:cubicBezTo>
                      <a:close/>
                      <a:moveTo>
                        <a:pt x="200025" y="157163"/>
                      </a:moveTo>
                      <a:cubicBezTo>
                        <a:pt x="223681" y="157163"/>
                        <a:pt x="242888" y="176369"/>
                        <a:pt x="242888" y="200025"/>
                      </a:cubicBezTo>
                      <a:cubicBezTo>
                        <a:pt x="242888" y="223681"/>
                        <a:pt x="223681" y="242888"/>
                        <a:pt x="200025" y="242888"/>
                      </a:cubicBezTo>
                      <a:cubicBezTo>
                        <a:pt x="176369" y="242888"/>
                        <a:pt x="157163" y="223681"/>
                        <a:pt x="157163" y="200025"/>
                      </a:cubicBezTo>
                      <a:cubicBezTo>
                        <a:pt x="157163" y="176369"/>
                        <a:pt x="176369" y="157163"/>
                        <a:pt x="200025" y="157163"/>
                      </a:cubicBezTo>
                      <a:close/>
                      <a:moveTo>
                        <a:pt x="328613" y="200025"/>
                      </a:moveTo>
                      <a:cubicBezTo>
                        <a:pt x="328613" y="176369"/>
                        <a:pt x="347819" y="157163"/>
                        <a:pt x="371475" y="157163"/>
                      </a:cubicBezTo>
                      <a:cubicBezTo>
                        <a:pt x="395131" y="157163"/>
                        <a:pt x="414338" y="176369"/>
                        <a:pt x="414338" y="200025"/>
                      </a:cubicBezTo>
                      <a:cubicBezTo>
                        <a:pt x="414338" y="223681"/>
                        <a:pt x="395131" y="242888"/>
                        <a:pt x="371475" y="242888"/>
                      </a:cubicBezTo>
                      <a:cubicBezTo>
                        <a:pt x="347819" y="242888"/>
                        <a:pt x="328613" y="223681"/>
                        <a:pt x="328613" y="200025"/>
                      </a:cubicBezTo>
                      <a:close/>
                      <a:moveTo>
                        <a:pt x="57150" y="200025"/>
                      </a:moveTo>
                      <a:cubicBezTo>
                        <a:pt x="57150" y="184219"/>
                        <a:pt x="44381" y="171450"/>
                        <a:pt x="28575" y="171450"/>
                      </a:cubicBezTo>
                      <a:cubicBezTo>
                        <a:pt x="12769" y="171450"/>
                        <a:pt x="0" y="184219"/>
                        <a:pt x="0" y="200025"/>
                      </a:cubicBezTo>
                      <a:lnTo>
                        <a:pt x="0" y="285750"/>
                      </a:lnTo>
                      <a:cubicBezTo>
                        <a:pt x="0" y="301556"/>
                        <a:pt x="12769" y="314325"/>
                        <a:pt x="28575" y="314325"/>
                      </a:cubicBezTo>
                      <a:cubicBezTo>
                        <a:pt x="44381" y="314325"/>
                        <a:pt x="57150" y="301556"/>
                        <a:pt x="57150" y="285750"/>
                      </a:cubicBezTo>
                      <a:lnTo>
                        <a:pt x="57150" y="200025"/>
                      </a:lnTo>
                      <a:close/>
                      <a:moveTo>
                        <a:pt x="542925" y="171450"/>
                      </a:moveTo>
                      <a:cubicBezTo>
                        <a:pt x="527119" y="171450"/>
                        <a:pt x="514350" y="184219"/>
                        <a:pt x="514350" y="200025"/>
                      </a:cubicBezTo>
                      <a:lnTo>
                        <a:pt x="514350" y="285750"/>
                      </a:lnTo>
                      <a:cubicBezTo>
                        <a:pt x="514350" y="301556"/>
                        <a:pt x="527119" y="314325"/>
                        <a:pt x="542925" y="314325"/>
                      </a:cubicBezTo>
                      <a:cubicBezTo>
                        <a:pt x="558731" y="314325"/>
                        <a:pt x="571500" y="301556"/>
                        <a:pt x="571500" y="285750"/>
                      </a:cubicBezTo>
                      <a:lnTo>
                        <a:pt x="571500" y="200025"/>
                      </a:lnTo>
                      <a:cubicBezTo>
                        <a:pt x="571500" y="184219"/>
                        <a:pt x="558731" y="171450"/>
                        <a:pt x="542925" y="171450"/>
                      </a:cubicBezTo>
                      <a:close/>
                    </a:path>
                  </a:pathLst>
                </a:custGeom>
                <a:solidFill>
                  <a:srgbClr val="7097E5"/>
                </a:solidFill>
              </p:spPr>
            </p:sp>
          </p:grpSp>
          <p:grpSp>
            <p:nvGrpSpPr>
              <p:cNvPr id="69" name="组合 68"/>
              <p:cNvGrpSpPr/>
              <p:nvPr>
                <p:custDataLst>
                  <p:tags r:id="rId16"/>
                </p:custDataLst>
              </p:nvPr>
            </p:nvGrpSpPr>
            <p:grpSpPr>
              <a:xfrm>
                <a:off x="14640" y="8177"/>
                <a:ext cx="12138" cy="6006"/>
                <a:chOff x="15017" y="5586"/>
                <a:chExt cx="12138" cy="6006"/>
              </a:xfrm>
            </p:grpSpPr>
            <p:sp>
              <p:nvSpPr>
                <p:cNvPr id="70" name="Text 10"/>
                <p:cNvSpPr/>
                <p:nvPr>
                  <p:custDataLst>
                    <p:tags r:id="rId17"/>
                  </p:custDataLst>
                </p:nvPr>
              </p:nvSpPr>
              <p:spPr>
                <a:xfrm>
                  <a:off x="15017" y="6971"/>
                  <a:ext cx="6811" cy="99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/>
                <a:p>
                  <a:pPr algn="ctr">
                    <a:lnSpc>
                      <a:spcPct val="130000"/>
                    </a:lnSpc>
                  </a:pPr>
                  <a:r>
                    <a:rPr lang="zh-CN" altLang="en-US" sz="3200" b="1" dirty="0">
                      <a:solidFill>
                        <a:srgbClr val="373737"/>
                      </a:solidFill>
                      <a:latin typeface="Noto Sans SC" panose="020B0200000000000000" pitchFamily="34" charset="-122"/>
                      <a:ea typeface="Noto Sans SC" panose="020B0200000000000000" pitchFamily="34" charset="-122"/>
                      <a:cs typeface="Noto Sans SC" panose="020B0200000000000000" pitchFamily="34" charset="-120"/>
                    </a:rPr>
                    <a:t>根节点内容生成</a:t>
                  </a:r>
                  <a:endParaRPr lang="en-US" sz="3200" dirty="0"/>
                </a:p>
              </p:txBody>
            </p:sp>
            <p:sp>
              <p:nvSpPr>
                <p:cNvPr id="71" name="Text 14"/>
                <p:cNvSpPr/>
                <p:nvPr>
                  <p:custDataLst>
                    <p:tags r:id="rId18"/>
                  </p:custDataLst>
                </p:nvPr>
              </p:nvSpPr>
              <p:spPr>
                <a:xfrm>
                  <a:off x="22194" y="6953"/>
                  <a:ext cx="4320" cy="87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/>
                <a:p>
                  <a:pPr algn="ctr">
                    <a:lnSpc>
                      <a:spcPct val="130000"/>
                    </a:lnSpc>
                  </a:pPr>
                  <a:r>
                    <a:rPr lang="zh-CN" altLang="en-US" sz="3200" b="1" dirty="0">
                      <a:solidFill>
                        <a:srgbClr val="373737"/>
                      </a:solidFill>
                      <a:latin typeface="Noto Sans SC" panose="020B0200000000000000" pitchFamily="34" charset="-122"/>
                      <a:ea typeface="Noto Sans SC" panose="020B0200000000000000" pitchFamily="34" charset="-122"/>
                      <a:cs typeface="Noto Sans SC" panose="020B0200000000000000" pitchFamily="34" charset="-120"/>
                    </a:rPr>
                    <a:t>知识图谱构建</a:t>
                  </a:r>
                  <a:endParaRPr lang="en-US" sz="3200" dirty="0"/>
                </a:p>
              </p:txBody>
            </p:sp>
            <p:grpSp>
              <p:nvGrpSpPr>
                <p:cNvPr id="72" name="组合 71"/>
                <p:cNvGrpSpPr/>
                <p:nvPr>
                  <p:custDataLst>
                    <p:tags r:id="rId19"/>
                  </p:custDataLst>
                </p:nvPr>
              </p:nvGrpSpPr>
              <p:grpSpPr>
                <a:xfrm>
                  <a:off x="16097" y="7966"/>
                  <a:ext cx="5000" cy="3470"/>
                  <a:chOff x="16097" y="7966"/>
                  <a:chExt cx="5000" cy="3470"/>
                </a:xfrm>
              </p:grpSpPr>
              <p:sp>
                <p:nvSpPr>
                  <p:cNvPr id="73" name="Shape 22"/>
                  <p:cNvSpPr/>
                  <p:nvPr>
                    <p:custDataLst>
                      <p:tags r:id="rId20"/>
                    </p:custDataLst>
                  </p:nvPr>
                </p:nvSpPr>
                <p:spPr>
                  <a:xfrm>
                    <a:off x="16097" y="7966"/>
                    <a:ext cx="5000" cy="343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68600" h="965200">
                        <a:moveTo>
                          <a:pt x="101597" y="0"/>
                        </a:moveTo>
                        <a:lnTo>
                          <a:pt x="2667003" y="0"/>
                        </a:lnTo>
                        <a:cubicBezTo>
                          <a:pt x="2723113" y="0"/>
                          <a:pt x="2768600" y="45487"/>
                          <a:pt x="2768600" y="101597"/>
                        </a:cubicBezTo>
                        <a:lnTo>
                          <a:pt x="2768600" y="863603"/>
                        </a:lnTo>
                        <a:cubicBezTo>
                          <a:pt x="2768600" y="919713"/>
                          <a:pt x="2723113" y="965200"/>
                          <a:pt x="2667003" y="965200"/>
                        </a:cubicBezTo>
                        <a:lnTo>
                          <a:pt x="101597" y="965200"/>
                        </a:lnTo>
                        <a:cubicBezTo>
                          <a:pt x="45487" y="965200"/>
                          <a:pt x="0" y="919713"/>
                          <a:pt x="0" y="863603"/>
                        </a:cubicBezTo>
                        <a:lnTo>
                          <a:pt x="0" y="101597"/>
                        </a:lnTo>
                        <a:cubicBezTo>
                          <a:pt x="0" y="45487"/>
                          <a:pt x="45487" y="0"/>
                          <a:pt x="101597" y="0"/>
                        </a:cubicBezTo>
                        <a:close/>
                      </a:path>
                    </a:pathLst>
                  </a:custGeom>
                  <a:solidFill>
                    <a:srgbClr val="8FA7D0">
                      <a:alpha val="20000"/>
                    </a:srgbClr>
                  </a:solidFill>
                </p:spPr>
                <p:txBody>
                  <a:bodyPr lIns="90000"/>
                  <a:p>
                    <a:endParaRPr lang="zh-CN" altLang="en-US"/>
                  </a:p>
                </p:txBody>
              </p:sp>
              <p:sp>
                <p:nvSpPr>
                  <p:cNvPr id="74" name="Text 24"/>
                  <p:cNvSpPr/>
                  <p:nvPr>
                    <p:custDataLst>
                      <p:tags r:id="rId21"/>
                    </p:custDataLst>
                  </p:nvPr>
                </p:nvSpPr>
                <p:spPr>
                  <a:xfrm>
                    <a:off x="16531" y="8272"/>
                    <a:ext cx="4498" cy="3164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/>
                  <a:p>
                    <a:pPr algn="ctr">
                      <a:lnSpc>
                        <a:spcPct val="110000"/>
                      </a:lnSpc>
                    </a:pPr>
                    <a:r>
                      <a:rPr lang="zh-CN" altLang="en-US" sz="2400" dirty="0">
                        <a:solidFill>
                          <a:srgbClr val="373737"/>
                        </a:solidFill>
                        <a:latin typeface="Noto Sans SC" panose="020B0200000000000000" pitchFamily="34" charset="-122"/>
                        <a:ea typeface="Noto Sans SC" panose="020B0200000000000000" pitchFamily="34" charset="-122"/>
                        <a:cs typeface="Noto Sans SC" panose="020B0200000000000000" pitchFamily="34" charset="-120"/>
                      </a:rPr>
                      <a:t>为用户提供一个该主题的权威、概括性的介绍。</a:t>
                    </a:r>
                    <a:endParaRPr lang="en-US" sz="2400" dirty="0"/>
                  </a:p>
                </p:txBody>
              </p:sp>
            </p:grpSp>
            <p:grpSp>
              <p:nvGrpSpPr>
                <p:cNvPr id="75" name="组合 74"/>
                <p:cNvGrpSpPr/>
                <p:nvPr>
                  <p:custDataLst>
                    <p:tags r:id="rId22"/>
                  </p:custDataLst>
                </p:nvPr>
              </p:nvGrpSpPr>
              <p:grpSpPr>
                <a:xfrm>
                  <a:off x="21954" y="7930"/>
                  <a:ext cx="5201" cy="3662"/>
                  <a:chOff x="21954" y="7930"/>
                  <a:chExt cx="5201" cy="3662"/>
                </a:xfrm>
              </p:grpSpPr>
              <p:sp>
                <p:nvSpPr>
                  <p:cNvPr id="77" name="Shape 25"/>
                  <p:cNvSpPr/>
                  <p:nvPr>
                    <p:custDataLst>
                      <p:tags r:id="rId23"/>
                    </p:custDataLst>
                  </p:nvPr>
                </p:nvSpPr>
                <p:spPr>
                  <a:xfrm>
                    <a:off x="21954" y="7930"/>
                    <a:ext cx="5201" cy="340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68600" h="965200">
                        <a:moveTo>
                          <a:pt x="101597" y="0"/>
                        </a:moveTo>
                        <a:lnTo>
                          <a:pt x="2667003" y="0"/>
                        </a:lnTo>
                        <a:cubicBezTo>
                          <a:pt x="2723113" y="0"/>
                          <a:pt x="2768600" y="45487"/>
                          <a:pt x="2768600" y="101597"/>
                        </a:cubicBezTo>
                        <a:lnTo>
                          <a:pt x="2768600" y="863603"/>
                        </a:lnTo>
                        <a:cubicBezTo>
                          <a:pt x="2768600" y="919713"/>
                          <a:pt x="2723113" y="965200"/>
                          <a:pt x="2667003" y="965200"/>
                        </a:cubicBezTo>
                        <a:lnTo>
                          <a:pt x="101597" y="965200"/>
                        </a:lnTo>
                        <a:cubicBezTo>
                          <a:pt x="45487" y="965200"/>
                          <a:pt x="0" y="919713"/>
                          <a:pt x="0" y="863603"/>
                        </a:cubicBezTo>
                        <a:lnTo>
                          <a:pt x="0" y="101597"/>
                        </a:lnTo>
                        <a:cubicBezTo>
                          <a:pt x="0" y="45487"/>
                          <a:pt x="45487" y="0"/>
                          <a:pt x="101597" y="0"/>
                        </a:cubicBezTo>
                        <a:close/>
                      </a:path>
                    </a:pathLst>
                  </a:custGeom>
                  <a:solidFill>
                    <a:srgbClr val="8FA7D0">
                      <a:alpha val="20000"/>
                    </a:srgbClr>
                  </a:solidFill>
                </p:spPr>
                <p:txBody>
                  <a:bodyPr lIns="90000"/>
                  <a:p>
                    <a:endParaRPr lang="zh-CN" altLang="en-US"/>
                  </a:p>
                </p:txBody>
              </p:sp>
              <p:sp>
                <p:nvSpPr>
                  <p:cNvPr id="76" name="Text 27"/>
                  <p:cNvSpPr/>
                  <p:nvPr>
                    <p:custDataLst>
                      <p:tags r:id="rId24"/>
                    </p:custDataLst>
                  </p:nvPr>
                </p:nvSpPr>
                <p:spPr>
                  <a:xfrm>
                    <a:off x="22076" y="7987"/>
                    <a:ext cx="4937" cy="3605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/>
                  <a:p>
                    <a:pPr algn="ctr">
                      <a:lnSpc>
                        <a:spcPct val="110000"/>
                      </a:lnSpc>
                    </a:pPr>
                    <a:r>
                      <a:rPr lang="en-US" sz="2400" dirty="0">
                        <a:solidFill>
                          <a:srgbClr val="373737"/>
                        </a:solidFill>
                        <a:latin typeface="Noto Sans SC" panose="020B0200000000000000" pitchFamily="34" charset="-122"/>
                        <a:ea typeface="Noto Sans SC" panose="020B0200000000000000" pitchFamily="34" charset="-122"/>
                        <a:cs typeface="Noto Sans SC" panose="020B0200000000000000" pitchFamily="34" charset="-120"/>
                      </a:rPr>
                      <a:t>AI</a:t>
                    </a:r>
                    <a:r>
                      <a:rPr lang="zh-CN" altLang="en-US" sz="2400" dirty="0">
                        <a:solidFill>
                          <a:srgbClr val="373737"/>
                        </a:solidFill>
                        <a:latin typeface="Noto Sans SC" panose="020B0200000000000000" pitchFamily="34" charset="-122"/>
                        <a:ea typeface="Noto Sans SC" panose="020B0200000000000000" pitchFamily="34" charset="-122"/>
                        <a:cs typeface="Noto Sans SC" panose="020B0200000000000000" pitchFamily="34" charset="-120"/>
                      </a:rPr>
                      <a:t>将主题拆解成几个逻辑严密的子模块，并未每一个模块标注上相应的关系类型及属性。</a:t>
                    </a:r>
                    <a:endParaRPr lang="en-US" sz="2400" dirty="0"/>
                  </a:p>
                </p:txBody>
              </p:sp>
            </p:grpSp>
            <p:sp>
              <p:nvSpPr>
                <p:cNvPr id="78" name="Shape 9"/>
                <p:cNvSpPr/>
                <p:nvPr>
                  <p:custDataLst>
                    <p:tags r:id="rId25"/>
                  </p:custDataLst>
                </p:nvPr>
              </p:nvSpPr>
              <p:spPr>
                <a:xfrm>
                  <a:off x="17814" y="5752"/>
                  <a:ext cx="1001" cy="10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7200" h="457200">
                      <a:moveTo>
                        <a:pt x="228600" y="0"/>
                      </a:moveTo>
                      <a:cubicBezTo>
                        <a:pt x="232708" y="0"/>
                        <a:pt x="236815" y="893"/>
                        <a:pt x="240566" y="2590"/>
                      </a:cubicBezTo>
                      <a:lnTo>
                        <a:pt x="408801" y="73938"/>
                      </a:lnTo>
                      <a:cubicBezTo>
                        <a:pt x="428446" y="82242"/>
                        <a:pt x="443091" y="101620"/>
                        <a:pt x="443002" y="125016"/>
                      </a:cubicBezTo>
                      <a:cubicBezTo>
                        <a:pt x="442555" y="213598"/>
                        <a:pt x="406122" y="375672"/>
                        <a:pt x="252264" y="449342"/>
                      </a:cubicBezTo>
                      <a:cubicBezTo>
                        <a:pt x="237351" y="456486"/>
                        <a:pt x="220028" y="456486"/>
                        <a:pt x="205115" y="449342"/>
                      </a:cubicBezTo>
                      <a:cubicBezTo>
                        <a:pt x="51167" y="375672"/>
                        <a:pt x="14823" y="213598"/>
                        <a:pt x="14377" y="125016"/>
                      </a:cubicBezTo>
                      <a:cubicBezTo>
                        <a:pt x="14287" y="101620"/>
                        <a:pt x="28932" y="82242"/>
                        <a:pt x="48577" y="73938"/>
                      </a:cubicBezTo>
                      <a:lnTo>
                        <a:pt x="216724" y="2590"/>
                      </a:lnTo>
                      <a:cubicBezTo>
                        <a:pt x="220474" y="893"/>
                        <a:pt x="224492" y="0"/>
                        <a:pt x="228600" y="0"/>
                      </a:cubicBezTo>
                      <a:close/>
                      <a:moveTo>
                        <a:pt x="228600" y="59650"/>
                      </a:moveTo>
                      <a:lnTo>
                        <a:pt x="228600" y="397282"/>
                      </a:lnTo>
                      <a:cubicBezTo>
                        <a:pt x="351830" y="337631"/>
                        <a:pt x="384959" y="205472"/>
                        <a:pt x="385763" y="126355"/>
                      </a:cubicBezTo>
                      <a:lnTo>
                        <a:pt x="228600" y="59740"/>
                      </a:lnTo>
                      <a:lnTo>
                        <a:pt x="228600" y="59740"/>
                      </a:lnTo>
                      <a:close/>
                    </a:path>
                  </a:pathLst>
                </a:custGeom>
                <a:solidFill>
                  <a:srgbClr val="7097E5"/>
                </a:solidFill>
              </p:spPr>
              <p:txBody>
                <a:bodyPr/>
                <a:p>
                  <a:endParaRPr lang="zh-CN" altLang="en-US" dirty="0"/>
                </a:p>
              </p:txBody>
            </p:sp>
            <p:sp>
              <p:nvSpPr>
                <p:cNvPr id="79" name="Shape 12"/>
                <p:cNvSpPr/>
                <p:nvPr>
                  <p:custDataLst>
                    <p:tags r:id="rId26"/>
                  </p:custDataLst>
                </p:nvPr>
              </p:nvSpPr>
              <p:spPr>
                <a:xfrm>
                  <a:off x="21277" y="6472"/>
                  <a:ext cx="1178" cy="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9300" h="50800">
                      <a:moveTo>
                        <a:pt x="0" y="0"/>
                      </a:moveTo>
                      <a:lnTo>
                        <a:pt x="749300" y="0"/>
                      </a:lnTo>
                      <a:lnTo>
                        <a:pt x="749300" y="50800"/>
                      </a:lnTo>
                      <a:lnTo>
                        <a:pt x="0" y="5080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5C7CB3"/>
                    </a:gs>
                    <a:gs pos="100000">
                      <a:srgbClr val="7097E5"/>
                    </a:gs>
                  </a:gsLst>
                  <a:lin ang="0" scaled="1"/>
                </a:gradFill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80" name="Shape 13"/>
                <p:cNvSpPr/>
                <p:nvPr>
                  <p:custDataLst>
                    <p:tags r:id="rId27"/>
                  </p:custDataLst>
                </p:nvPr>
              </p:nvSpPr>
              <p:spPr>
                <a:xfrm>
                  <a:off x="24377" y="5586"/>
                  <a:ext cx="1178" cy="12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7200" h="457200">
                      <a:moveTo>
                        <a:pt x="171450" y="57150"/>
                      </a:moveTo>
                      <a:cubicBezTo>
                        <a:pt x="171450" y="41344"/>
                        <a:pt x="184219" y="28575"/>
                        <a:pt x="200025" y="28575"/>
                      </a:cubicBezTo>
                      <a:lnTo>
                        <a:pt x="257175" y="28575"/>
                      </a:lnTo>
                      <a:cubicBezTo>
                        <a:pt x="272981" y="28575"/>
                        <a:pt x="285750" y="41344"/>
                        <a:pt x="285750" y="57150"/>
                      </a:cubicBezTo>
                      <a:lnTo>
                        <a:pt x="285750" y="114300"/>
                      </a:lnTo>
                      <a:cubicBezTo>
                        <a:pt x="285750" y="130106"/>
                        <a:pt x="272981" y="142875"/>
                        <a:pt x="257175" y="142875"/>
                      </a:cubicBezTo>
                      <a:lnTo>
                        <a:pt x="250031" y="142875"/>
                      </a:lnTo>
                      <a:lnTo>
                        <a:pt x="250031" y="200025"/>
                      </a:lnTo>
                      <a:lnTo>
                        <a:pt x="357188" y="200025"/>
                      </a:lnTo>
                      <a:cubicBezTo>
                        <a:pt x="392728" y="200025"/>
                        <a:pt x="421481" y="228779"/>
                        <a:pt x="421481" y="264319"/>
                      </a:cubicBezTo>
                      <a:lnTo>
                        <a:pt x="421481" y="314325"/>
                      </a:lnTo>
                      <a:lnTo>
                        <a:pt x="428625" y="314325"/>
                      </a:lnTo>
                      <a:cubicBezTo>
                        <a:pt x="444431" y="314325"/>
                        <a:pt x="457200" y="327094"/>
                        <a:pt x="457200" y="342900"/>
                      </a:cubicBezTo>
                      <a:lnTo>
                        <a:pt x="457200" y="400050"/>
                      </a:lnTo>
                      <a:cubicBezTo>
                        <a:pt x="457200" y="415856"/>
                        <a:pt x="444431" y="428625"/>
                        <a:pt x="428625" y="428625"/>
                      </a:cubicBezTo>
                      <a:lnTo>
                        <a:pt x="371475" y="428625"/>
                      </a:lnTo>
                      <a:cubicBezTo>
                        <a:pt x="355669" y="428625"/>
                        <a:pt x="342900" y="415856"/>
                        <a:pt x="342900" y="400050"/>
                      </a:cubicBezTo>
                      <a:lnTo>
                        <a:pt x="342900" y="342900"/>
                      </a:lnTo>
                      <a:cubicBezTo>
                        <a:pt x="342900" y="327094"/>
                        <a:pt x="355669" y="314325"/>
                        <a:pt x="371475" y="314325"/>
                      </a:cubicBezTo>
                      <a:lnTo>
                        <a:pt x="378619" y="314325"/>
                      </a:lnTo>
                      <a:lnTo>
                        <a:pt x="378619" y="264319"/>
                      </a:lnTo>
                      <a:cubicBezTo>
                        <a:pt x="378619" y="252442"/>
                        <a:pt x="369064" y="242888"/>
                        <a:pt x="357188" y="242888"/>
                      </a:cubicBezTo>
                      <a:lnTo>
                        <a:pt x="250031" y="242888"/>
                      </a:lnTo>
                      <a:lnTo>
                        <a:pt x="250031" y="314325"/>
                      </a:lnTo>
                      <a:lnTo>
                        <a:pt x="257175" y="314325"/>
                      </a:lnTo>
                      <a:cubicBezTo>
                        <a:pt x="272981" y="314325"/>
                        <a:pt x="285750" y="327094"/>
                        <a:pt x="285750" y="342900"/>
                      </a:cubicBezTo>
                      <a:lnTo>
                        <a:pt x="285750" y="400050"/>
                      </a:lnTo>
                      <a:cubicBezTo>
                        <a:pt x="285750" y="415856"/>
                        <a:pt x="272981" y="428625"/>
                        <a:pt x="257175" y="428625"/>
                      </a:cubicBezTo>
                      <a:lnTo>
                        <a:pt x="200025" y="428625"/>
                      </a:lnTo>
                      <a:cubicBezTo>
                        <a:pt x="184219" y="428625"/>
                        <a:pt x="171450" y="415856"/>
                        <a:pt x="171450" y="400050"/>
                      </a:cubicBezTo>
                      <a:lnTo>
                        <a:pt x="171450" y="342900"/>
                      </a:lnTo>
                      <a:cubicBezTo>
                        <a:pt x="171450" y="327094"/>
                        <a:pt x="184219" y="314325"/>
                        <a:pt x="200025" y="314325"/>
                      </a:cubicBezTo>
                      <a:lnTo>
                        <a:pt x="207169" y="314325"/>
                      </a:lnTo>
                      <a:lnTo>
                        <a:pt x="207169" y="242888"/>
                      </a:lnTo>
                      <a:lnTo>
                        <a:pt x="100013" y="242888"/>
                      </a:lnTo>
                      <a:cubicBezTo>
                        <a:pt x="88136" y="242888"/>
                        <a:pt x="78581" y="252442"/>
                        <a:pt x="78581" y="264319"/>
                      </a:cubicBezTo>
                      <a:lnTo>
                        <a:pt x="78581" y="314325"/>
                      </a:lnTo>
                      <a:lnTo>
                        <a:pt x="85725" y="314325"/>
                      </a:lnTo>
                      <a:cubicBezTo>
                        <a:pt x="101531" y="314325"/>
                        <a:pt x="114300" y="327094"/>
                        <a:pt x="114300" y="342900"/>
                      </a:cubicBezTo>
                      <a:lnTo>
                        <a:pt x="114300" y="400050"/>
                      </a:lnTo>
                      <a:cubicBezTo>
                        <a:pt x="114300" y="415856"/>
                        <a:pt x="101531" y="428625"/>
                        <a:pt x="85725" y="428625"/>
                      </a:cubicBezTo>
                      <a:lnTo>
                        <a:pt x="28575" y="428625"/>
                      </a:lnTo>
                      <a:cubicBezTo>
                        <a:pt x="12769" y="428625"/>
                        <a:pt x="0" y="415856"/>
                        <a:pt x="0" y="400050"/>
                      </a:cubicBezTo>
                      <a:lnTo>
                        <a:pt x="0" y="342900"/>
                      </a:lnTo>
                      <a:cubicBezTo>
                        <a:pt x="0" y="327094"/>
                        <a:pt x="12769" y="314325"/>
                        <a:pt x="28575" y="314325"/>
                      </a:cubicBezTo>
                      <a:lnTo>
                        <a:pt x="35719" y="314325"/>
                      </a:lnTo>
                      <a:lnTo>
                        <a:pt x="35719" y="264319"/>
                      </a:lnTo>
                      <a:cubicBezTo>
                        <a:pt x="35719" y="228779"/>
                        <a:pt x="64472" y="200025"/>
                        <a:pt x="100013" y="200025"/>
                      </a:cubicBezTo>
                      <a:lnTo>
                        <a:pt x="207169" y="200025"/>
                      </a:lnTo>
                      <a:lnTo>
                        <a:pt x="207169" y="142875"/>
                      </a:lnTo>
                      <a:lnTo>
                        <a:pt x="200025" y="142875"/>
                      </a:lnTo>
                      <a:cubicBezTo>
                        <a:pt x="184219" y="142875"/>
                        <a:pt x="171450" y="130106"/>
                        <a:pt x="171450" y="114300"/>
                      </a:cubicBezTo>
                      <a:lnTo>
                        <a:pt x="171450" y="57150"/>
                      </a:lnTo>
                      <a:close/>
                    </a:path>
                  </a:pathLst>
                </a:custGeom>
                <a:solidFill>
                  <a:srgbClr val="7097E5"/>
                </a:solidFill>
              </p:spPr>
              <p:txBody>
                <a:bodyPr/>
                <a:p>
                  <a:endParaRPr lang="zh-CN" altLang="en-US"/>
                </a:p>
              </p:txBody>
            </p:sp>
          </p:grpSp>
        </p:grpSp>
        <p:sp>
          <p:nvSpPr>
            <p:cNvPr id="93" name="Text 0"/>
            <p:cNvSpPr/>
            <p:nvPr/>
          </p:nvSpPr>
          <p:spPr>
            <a:xfrm>
              <a:off x="17640" y="495"/>
              <a:ext cx="6539" cy="1169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p>
              <a:pPr algn="ctr">
                <a:lnSpc>
                  <a:spcPct val="100000"/>
                </a:lnSpc>
              </a:pPr>
              <a:r>
                <a:rPr lang="zh-CN" altLang="en-US" sz="4500" b="1" dirty="0">
                  <a:solidFill>
                    <a:srgbClr val="5C7CB3"/>
                  </a:solidFill>
                  <a:latin typeface="Noto Sans SC" panose="020B0200000000000000" pitchFamily="34" charset="-122"/>
                  <a:ea typeface="Noto Sans SC" panose="020B0200000000000000" pitchFamily="34" charset="-122"/>
                  <a:cs typeface="Noto Sans SC" panose="020B0200000000000000" pitchFamily="34" charset="-120"/>
                </a:rPr>
                <a:t>后端工作流</a:t>
              </a:r>
              <a:endParaRPr lang="en-US" sz="4500" dirty="0"/>
            </a:p>
          </p:txBody>
        </p:sp>
      </p:grpSp>
      <p:sp>
        <p:nvSpPr>
          <p:cNvPr id="107" name="Shape 16"/>
          <p:cNvSpPr/>
          <p:nvPr/>
        </p:nvSpPr>
        <p:spPr>
          <a:xfrm>
            <a:off x="7021830" y="2628900"/>
            <a:ext cx="2772410" cy="5741035"/>
          </a:xfrm>
          <a:custGeom>
            <a:avLst/>
            <a:gdLst/>
            <a:ahLst/>
            <a:cxnLst/>
            <a:rect l="l" t="t" r="r" b="b"/>
            <a:pathLst>
              <a:path w="2768600" h="965200">
                <a:moveTo>
                  <a:pt x="101597" y="0"/>
                </a:moveTo>
                <a:lnTo>
                  <a:pt x="2667003" y="0"/>
                </a:lnTo>
                <a:cubicBezTo>
                  <a:pt x="2723113" y="0"/>
                  <a:pt x="2768600" y="45487"/>
                  <a:pt x="2768600" y="101597"/>
                </a:cubicBezTo>
                <a:lnTo>
                  <a:pt x="2768600" y="863603"/>
                </a:lnTo>
                <a:cubicBezTo>
                  <a:pt x="2768600" y="919713"/>
                  <a:pt x="2723113" y="965200"/>
                  <a:pt x="2667003" y="965200"/>
                </a:cubicBezTo>
                <a:lnTo>
                  <a:pt x="101597" y="965200"/>
                </a:lnTo>
                <a:cubicBezTo>
                  <a:pt x="45487" y="965200"/>
                  <a:pt x="0" y="919713"/>
                  <a:pt x="0" y="863603"/>
                </a:cubicBezTo>
                <a:lnTo>
                  <a:pt x="0" y="101597"/>
                </a:lnTo>
                <a:cubicBezTo>
                  <a:pt x="0" y="45487"/>
                  <a:pt x="45487" y="0"/>
                  <a:pt x="101597" y="0"/>
                </a:cubicBezTo>
                <a:close/>
              </a:path>
            </a:pathLst>
          </a:custGeom>
          <a:solidFill>
            <a:srgbClr val="8FA7D0">
              <a:alpha val="20000"/>
            </a:srgbClr>
          </a:solidFill>
        </p:spPr>
        <p:txBody>
          <a:bodyPr lIns="90000"/>
          <a:p>
            <a:endParaRPr lang="zh-CN" altLang="en-US" dirty="0"/>
          </a:p>
        </p:txBody>
      </p:sp>
      <p:sp>
        <p:nvSpPr>
          <p:cNvPr id="111" name="文本框 110"/>
          <p:cNvSpPr txBox="1"/>
          <p:nvPr/>
        </p:nvSpPr>
        <p:spPr>
          <a:xfrm>
            <a:off x="7391400" y="2781300"/>
            <a:ext cx="1980565" cy="55079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4400"/>
              <a:t>JSON</a:t>
            </a:r>
            <a:endParaRPr lang="en-US" altLang="zh-CN" sz="4400"/>
          </a:p>
          <a:p>
            <a:pPr algn="ctr"/>
            <a:r>
              <a:rPr lang="zh-CN" altLang="en-US" sz="4400"/>
              <a:t>消毒</a:t>
            </a:r>
            <a:endParaRPr lang="zh-CN" altLang="en-US" sz="4400"/>
          </a:p>
          <a:p>
            <a:pPr algn="ctr"/>
            <a:r>
              <a:rPr lang="zh-CN" altLang="en-US" sz="4400"/>
              <a:t>与</a:t>
            </a:r>
            <a:endParaRPr lang="zh-CN" altLang="en-US" sz="4400"/>
          </a:p>
          <a:p>
            <a:pPr algn="ctr"/>
            <a:r>
              <a:rPr lang="zh-CN" altLang="en-US" sz="4400"/>
              <a:t>解析器</a:t>
            </a:r>
            <a:endParaRPr lang="zh-CN" altLang="en-US" sz="4400"/>
          </a:p>
          <a:p>
            <a:pPr algn="ctr"/>
            <a:r>
              <a:rPr lang="zh-CN" altLang="en-US" sz="4400"/>
              <a:t>保证数据库格式</a:t>
            </a:r>
            <a:r>
              <a:rPr lang="zh-CN" altLang="en-US" sz="4400"/>
              <a:t>标准化</a:t>
            </a:r>
            <a:endParaRPr lang="zh-CN" altLang="en-US" sz="4400"/>
          </a:p>
        </p:txBody>
      </p:sp>
      <p:grpSp>
        <p:nvGrpSpPr>
          <p:cNvPr id="112" name="组合 111"/>
          <p:cNvGrpSpPr/>
          <p:nvPr/>
        </p:nvGrpSpPr>
        <p:grpSpPr>
          <a:xfrm>
            <a:off x="11062970" y="648335"/>
            <a:ext cx="829310" cy="829310"/>
            <a:chOff x="22783" y="6720"/>
            <a:chExt cx="2400" cy="2400"/>
          </a:xfrm>
        </p:grpSpPr>
        <p:grpSp>
          <p:nvGrpSpPr>
            <p:cNvPr id="113" name="Group 27"/>
            <p:cNvGrpSpPr/>
            <p:nvPr/>
          </p:nvGrpSpPr>
          <p:grpSpPr>
            <a:xfrm>
              <a:off x="22783" y="6720"/>
              <a:ext cx="2400" cy="2400"/>
              <a:chOff x="0" y="0"/>
              <a:chExt cx="2032000" cy="2032000"/>
            </a:xfrm>
          </p:grpSpPr>
          <p:sp>
            <p:nvSpPr>
              <p:cNvPr id="114" name="Freeform 28"/>
              <p:cNvSpPr/>
              <p:nvPr/>
            </p:nvSpPr>
            <p:spPr>
              <a:xfrm>
                <a:off x="0" y="0"/>
                <a:ext cx="2032000" cy="2032000"/>
              </a:xfrm>
              <a:custGeom>
                <a:avLst/>
                <a:gdLst/>
                <a:ahLst/>
                <a:cxnLst/>
                <a:rect l="l" t="t" r="r" b="b"/>
                <a:pathLst>
                  <a:path w="2032000" h="2032000">
                    <a:moveTo>
                      <a:pt x="1016000" y="0"/>
                    </a:moveTo>
                    <a:cubicBezTo>
                      <a:pt x="1576705" y="0"/>
                      <a:pt x="2032000" y="455295"/>
                      <a:pt x="2032000" y="1016000"/>
                    </a:cubicBezTo>
                    <a:cubicBezTo>
                      <a:pt x="2032000" y="1576705"/>
                      <a:pt x="1576705" y="2032000"/>
                      <a:pt x="1016000" y="2032000"/>
                    </a:cubicBezTo>
                    <a:cubicBezTo>
                      <a:pt x="455295" y="2032000"/>
                      <a:pt x="0" y="1576705"/>
                      <a:pt x="0" y="1016000"/>
                    </a:cubicBezTo>
                    <a:cubicBezTo>
                      <a:pt x="0" y="455295"/>
                      <a:pt x="455295" y="0"/>
                      <a:pt x="1016000" y="0"/>
                    </a:cubicBezTo>
                    <a:close/>
                  </a:path>
                </a:pathLst>
              </a:custGeom>
              <a:solidFill>
                <a:srgbClr val="8FA7D0">
                  <a:alpha val="9020"/>
                </a:srgbClr>
              </a:solidFill>
            </p:spPr>
          </p:sp>
        </p:grpSp>
        <p:sp>
          <p:nvSpPr>
            <p:cNvPr id="115" name="Freeform 29"/>
            <p:cNvSpPr/>
            <p:nvPr/>
          </p:nvSpPr>
          <p:spPr>
            <a:xfrm>
              <a:off x="23443" y="7380"/>
              <a:ext cx="1080" cy="1080"/>
            </a:xfrm>
            <a:custGeom>
              <a:avLst/>
              <a:gdLst/>
              <a:ahLst/>
              <a:cxnLst/>
              <a:rect l="l" t="t" r="r" b="b"/>
              <a:pathLst>
                <a:path w="685800" h="685800">
                  <a:moveTo>
                    <a:pt x="0" y="0"/>
                  </a:moveTo>
                  <a:lnTo>
                    <a:pt x="685800" y="0"/>
                  </a:lnTo>
                  <a:lnTo>
                    <a:pt x="685800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8">
                <a:extLst>
                  <a:ext uri="{96DAC541-7B7A-43D3-8B79-37D633B846F1}">
                    <asvg:svgBlip xmlns:asvg="http://schemas.microsoft.com/office/drawing/2016/SVG/main" r:embed="rId29"/>
                  </a:ext>
                </a:extLst>
              </a:blip>
              <a:stretch>
                <a:fillRect/>
              </a:stretch>
            </a:blipFill>
          </p:spPr>
        </p:sp>
      </p:grp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307050" cy="10327005"/>
            <a:chOff x="0" y="0"/>
            <a:chExt cx="24409400" cy="13769340"/>
          </a:xfrm>
        </p:grpSpPr>
        <p:sp>
          <p:nvSpPr>
            <p:cNvPr id="3" name="Freeform 3" descr="https://kimi-img.moonshot.cn/pub/slides/slides_tmpl/image/25-09-04-11:33:16-d2sggv61bb2p4onbonk0.jpg"/>
            <p:cNvSpPr/>
            <p:nvPr/>
          </p:nvSpPr>
          <p:spPr>
            <a:xfrm>
              <a:off x="0" y="0"/>
              <a:ext cx="24409400" cy="13769339"/>
            </a:xfrm>
            <a:custGeom>
              <a:avLst/>
              <a:gdLst/>
              <a:ahLst/>
              <a:cxnLst/>
              <a:rect l="l" t="t" r="r" b="b"/>
              <a:pathLst>
                <a:path w="24409400" h="13769339">
                  <a:moveTo>
                    <a:pt x="0" y="0"/>
                  </a:moveTo>
                  <a:lnTo>
                    <a:pt x="24409400" y="0"/>
                  </a:lnTo>
                  <a:lnTo>
                    <a:pt x="24409400" y="13769339"/>
                  </a:lnTo>
                  <a:lnTo>
                    <a:pt x="0" y="137693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 r="-427" b="-105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95250" y="1181100"/>
            <a:ext cx="18097500" cy="685800"/>
            <a:chOff x="0" y="0"/>
            <a:chExt cx="24130000" cy="9144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130000" cy="914400"/>
            </a:xfrm>
            <a:custGeom>
              <a:avLst/>
              <a:gdLst/>
              <a:ahLst/>
              <a:cxnLst/>
              <a:rect l="l" t="t" r="r" b="b"/>
              <a:pathLst>
                <a:path w="24130000" h="914400">
                  <a:moveTo>
                    <a:pt x="0" y="0"/>
                  </a:moveTo>
                  <a:lnTo>
                    <a:pt x="24130000" y="0"/>
                  </a:lnTo>
                  <a:lnTo>
                    <a:pt x="2413000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0"/>
              <a:ext cx="24130000" cy="914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400"/>
                </a:lnSpc>
              </a:pPr>
              <a:r>
                <a:rPr lang="en-US" sz="4500" b="1">
                  <a:solidFill>
                    <a:srgbClr val="5C7CB3"/>
                  </a:solidFill>
                  <a:latin typeface="微软雅黑" panose="020B0503020204020204" charset="-122"/>
                  <a:ea typeface="微软雅黑" panose="020B0503020204020204" charset="-122"/>
                  <a:cs typeface="Noto Sans Bold" panose="020B0802040504020204"/>
                  <a:sym typeface="Noto Sans Bold" panose="020B0802040504020204"/>
                </a:rPr>
                <a:t>知识树管理模块</a:t>
              </a:r>
              <a:endParaRPr lang="en-US" sz="4500" b="1">
                <a:solidFill>
                  <a:srgbClr val="5C7CB3"/>
                </a:solidFill>
                <a:latin typeface="微软雅黑" panose="020B0503020204020204" charset="-122"/>
                <a:ea typeface="微软雅黑" panose="020B0503020204020204" charset="-122"/>
                <a:cs typeface="Noto Sans Bold" panose="020B0802040504020204"/>
                <a:sym typeface="Noto Sans Bold" panose="020B0802040504020204"/>
              </a:endParaRP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685204" y="2365902"/>
            <a:ext cx="5076769" cy="6375715"/>
            <a:chOff x="0" y="0"/>
            <a:chExt cx="7342769" cy="922149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7342769" cy="9221497"/>
            </a:xfrm>
            <a:custGeom>
              <a:avLst/>
              <a:gdLst/>
              <a:ahLst/>
              <a:cxnLst/>
              <a:rect l="l" t="t" r="r" b="b"/>
              <a:pathLst>
                <a:path w="7342769" h="9221497">
                  <a:moveTo>
                    <a:pt x="198007" y="0"/>
                  </a:moveTo>
                  <a:lnTo>
                    <a:pt x="7144762" y="0"/>
                  </a:lnTo>
                  <a:cubicBezTo>
                    <a:pt x="7254078" y="0"/>
                    <a:pt x="7342769" y="154892"/>
                    <a:pt x="7342769" y="345806"/>
                  </a:cubicBezTo>
                  <a:lnTo>
                    <a:pt x="7342769" y="8875691"/>
                  </a:lnTo>
                  <a:cubicBezTo>
                    <a:pt x="7342769" y="9066604"/>
                    <a:pt x="7254078" y="9221497"/>
                    <a:pt x="7144762" y="9221497"/>
                  </a:cubicBezTo>
                  <a:lnTo>
                    <a:pt x="198007" y="9221497"/>
                  </a:lnTo>
                  <a:cubicBezTo>
                    <a:pt x="88691" y="9221497"/>
                    <a:pt x="0" y="9066604"/>
                    <a:pt x="0" y="8875691"/>
                  </a:cubicBezTo>
                  <a:lnTo>
                    <a:pt x="0" y="345806"/>
                  </a:lnTo>
                  <a:cubicBezTo>
                    <a:pt x="0" y="154892"/>
                    <a:pt x="88691" y="0"/>
                    <a:pt x="198007" y="0"/>
                  </a:cubicBezTo>
                  <a:close/>
                </a:path>
              </a:pathLst>
            </a:custGeom>
            <a:solidFill>
              <a:srgbClr val="5C7CB3">
                <a:alpha val="784"/>
              </a:srgbClr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7842622" y="3180605"/>
            <a:ext cx="2782364" cy="589337"/>
            <a:chOff x="0" y="0"/>
            <a:chExt cx="3709819" cy="78578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709819" cy="785783"/>
            </a:xfrm>
            <a:custGeom>
              <a:avLst/>
              <a:gdLst/>
              <a:ahLst/>
              <a:cxnLst/>
              <a:rect l="l" t="t" r="r" b="b"/>
              <a:pathLst>
                <a:path w="3709819" h="785783">
                  <a:moveTo>
                    <a:pt x="0" y="0"/>
                  </a:moveTo>
                  <a:lnTo>
                    <a:pt x="3709819" y="0"/>
                  </a:lnTo>
                  <a:lnTo>
                    <a:pt x="3709819" y="785783"/>
                  </a:lnTo>
                  <a:lnTo>
                    <a:pt x="0" y="78578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66675"/>
              <a:ext cx="3709819" cy="85245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320"/>
                </a:lnSpc>
              </a:pPr>
              <a:r>
                <a:rPr lang="en-US" sz="3000" b="1">
                  <a:solidFill>
                    <a:srgbClr val="5C7CB3"/>
                  </a:solidFill>
                  <a:latin typeface="微软雅黑" panose="020B0503020204020204" charset="-122"/>
                  <a:ea typeface="微软雅黑" panose="020B0503020204020204" charset="-122"/>
                  <a:cs typeface="Noto Sans Bold" panose="020B0802040504020204"/>
                  <a:sym typeface="Noto Sans Bold" panose="020B0802040504020204"/>
                </a:rPr>
                <a:t>多层级节点扩展</a:t>
              </a:r>
              <a:endParaRPr lang="en-US" sz="3000" b="1">
                <a:solidFill>
                  <a:srgbClr val="5C7CB3"/>
                </a:solidFill>
                <a:latin typeface="微软雅黑" panose="020B0503020204020204" charset="-122"/>
                <a:ea typeface="微软雅黑" panose="020B0503020204020204" charset="-122"/>
                <a:cs typeface="Noto Sans Bold" panose="020B0802040504020204"/>
                <a:sym typeface="Noto Sans Bold" panose="020B0802040504020204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7339305" y="3939370"/>
            <a:ext cx="3628440" cy="3931239"/>
            <a:chOff x="0" y="0"/>
            <a:chExt cx="4837920" cy="524165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4837919" cy="5241652"/>
            </a:xfrm>
            <a:custGeom>
              <a:avLst/>
              <a:gdLst/>
              <a:ahLst/>
              <a:cxnLst/>
              <a:rect l="l" t="t" r="r" b="b"/>
              <a:pathLst>
                <a:path w="4837919" h="5241652">
                  <a:moveTo>
                    <a:pt x="0" y="0"/>
                  </a:moveTo>
                  <a:lnTo>
                    <a:pt x="4837919" y="0"/>
                  </a:lnTo>
                  <a:lnTo>
                    <a:pt x="4837919" y="5241652"/>
                  </a:lnTo>
                  <a:lnTo>
                    <a:pt x="0" y="524165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76200"/>
              <a:ext cx="4837920" cy="53178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745"/>
                </a:lnSpc>
              </a:pPr>
              <a:r>
                <a:rPr lang="en-US" sz="2400" b="1">
                  <a:solidFill>
                    <a:srgbClr val="373737"/>
                  </a:solidFill>
                  <a:latin typeface="微软雅黑" panose="020B0503020204020204" charset="-122"/>
                  <a:ea typeface="微软雅黑" panose="020B0503020204020204" charset="-122"/>
                  <a:cs typeface="Noto Sans Bold" panose="020B0802040504020204"/>
                  <a:sym typeface="Noto Sans Bold" panose="020B0802040504020204"/>
                </a:rPr>
                <a:t>支持无限极节点展开，动态生成子知识点，形成知识树，为用户提供直观的学习系统框架及思路</a:t>
              </a:r>
              <a:endParaRPr lang="en-US" sz="2400" b="1">
                <a:solidFill>
                  <a:srgbClr val="373737"/>
                </a:solidFill>
                <a:latin typeface="微软雅黑" panose="020B0503020204020204" charset="-122"/>
                <a:ea typeface="微软雅黑" panose="020B0503020204020204" charset="-122"/>
                <a:cs typeface="Noto Sans Bold" panose="020B0802040504020204"/>
                <a:sym typeface="Noto Sans Bold" panose="020B0802040504020204"/>
              </a:endParaRPr>
            </a:p>
          </p:txBody>
        </p:sp>
      </p:grpSp>
      <p:sp>
        <p:nvSpPr>
          <p:cNvPr id="15" name="Freeform 15"/>
          <p:cNvSpPr/>
          <p:nvPr/>
        </p:nvSpPr>
        <p:spPr>
          <a:xfrm>
            <a:off x="1028700" y="2365902"/>
            <a:ext cx="4807357" cy="6375715"/>
          </a:xfrm>
          <a:custGeom>
            <a:avLst/>
            <a:gdLst/>
            <a:ahLst/>
            <a:cxnLst/>
            <a:rect l="l" t="t" r="r" b="b"/>
            <a:pathLst>
              <a:path w="4807357" h="6375715">
                <a:moveTo>
                  <a:pt x="0" y="0"/>
                </a:moveTo>
                <a:lnTo>
                  <a:pt x="4807357" y="0"/>
                </a:lnTo>
                <a:lnTo>
                  <a:pt x="4807357" y="6375715"/>
                </a:lnTo>
                <a:lnTo>
                  <a:pt x="0" y="637571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2568337" y="2430677"/>
            <a:ext cx="4739610" cy="6310940"/>
          </a:xfrm>
          <a:custGeom>
            <a:avLst/>
            <a:gdLst/>
            <a:ahLst/>
            <a:cxnLst/>
            <a:rect l="l" t="t" r="r" b="b"/>
            <a:pathLst>
              <a:path w="4739610" h="6310940">
                <a:moveTo>
                  <a:pt x="0" y="0"/>
                </a:moveTo>
                <a:lnTo>
                  <a:pt x="4739610" y="0"/>
                </a:lnTo>
                <a:lnTo>
                  <a:pt x="4739610" y="6310940"/>
                </a:lnTo>
                <a:lnTo>
                  <a:pt x="0" y="63109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307050" cy="10327005"/>
            <a:chOff x="0" y="0"/>
            <a:chExt cx="24409400" cy="13769340"/>
          </a:xfrm>
        </p:grpSpPr>
        <p:sp>
          <p:nvSpPr>
            <p:cNvPr id="3" name="Freeform 3" descr="https://kimi-img.moonshot.cn/pub/slides/slides_tmpl/image/25-09-04-11:33:16-d2sggv61bb2p4onbonk0.jpg"/>
            <p:cNvSpPr/>
            <p:nvPr/>
          </p:nvSpPr>
          <p:spPr>
            <a:xfrm>
              <a:off x="0" y="0"/>
              <a:ext cx="24409400" cy="13769339"/>
            </a:xfrm>
            <a:custGeom>
              <a:avLst/>
              <a:gdLst/>
              <a:ahLst/>
              <a:cxnLst/>
              <a:rect l="l" t="t" r="r" b="b"/>
              <a:pathLst>
                <a:path w="24409400" h="13769339">
                  <a:moveTo>
                    <a:pt x="0" y="0"/>
                  </a:moveTo>
                  <a:lnTo>
                    <a:pt x="24409400" y="0"/>
                  </a:lnTo>
                  <a:lnTo>
                    <a:pt x="24409400" y="13769339"/>
                  </a:lnTo>
                  <a:lnTo>
                    <a:pt x="0" y="137693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 r="-427" b="-105"/>
              </a:stretch>
            </a:blipFill>
          </p:spPr>
        </p:sp>
      </p:grpSp>
      <p:sp>
        <p:nvSpPr>
          <p:cNvPr id="5" name="Freeform 5"/>
          <p:cNvSpPr/>
          <p:nvPr/>
        </p:nvSpPr>
        <p:spPr>
          <a:xfrm>
            <a:off x="104775" y="2023110"/>
            <a:ext cx="18097500" cy="892810"/>
          </a:xfrm>
          <a:custGeom>
            <a:avLst/>
            <a:gdLst/>
            <a:ahLst/>
            <a:cxnLst/>
            <a:rect l="l" t="t" r="r" b="b"/>
            <a:pathLst>
              <a:path w="24130000" h="1190104">
                <a:moveTo>
                  <a:pt x="0" y="0"/>
                </a:moveTo>
                <a:lnTo>
                  <a:pt x="24130000" y="0"/>
                </a:lnTo>
                <a:lnTo>
                  <a:pt x="24130000" y="1190104"/>
                </a:lnTo>
                <a:lnTo>
                  <a:pt x="0" y="1190104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</p:spPr>
      </p:sp>
      <p:grpSp>
        <p:nvGrpSpPr>
          <p:cNvPr id="38" name="组合 37"/>
          <p:cNvGrpSpPr/>
          <p:nvPr/>
        </p:nvGrpSpPr>
        <p:grpSpPr>
          <a:xfrm>
            <a:off x="1028700" y="1600200"/>
            <a:ext cx="1161415" cy="1161415"/>
            <a:chOff x="3617" y="6720"/>
            <a:chExt cx="2400" cy="2400"/>
          </a:xfrm>
        </p:grpSpPr>
        <p:grpSp>
          <p:nvGrpSpPr>
            <p:cNvPr id="7" name="Group 7"/>
            <p:cNvGrpSpPr/>
            <p:nvPr/>
          </p:nvGrpSpPr>
          <p:grpSpPr>
            <a:xfrm>
              <a:off x="3617" y="6720"/>
              <a:ext cx="2400" cy="2400"/>
              <a:chOff x="0" y="0"/>
              <a:chExt cx="2032000" cy="20320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2032000" cy="2032000"/>
              </a:xfrm>
              <a:custGeom>
                <a:avLst/>
                <a:gdLst/>
                <a:ahLst/>
                <a:cxnLst/>
                <a:rect l="l" t="t" r="r" b="b"/>
                <a:pathLst>
                  <a:path w="2032000" h="2032000">
                    <a:moveTo>
                      <a:pt x="1016000" y="0"/>
                    </a:moveTo>
                    <a:cubicBezTo>
                      <a:pt x="1576705" y="0"/>
                      <a:pt x="2032000" y="455295"/>
                      <a:pt x="2032000" y="1016000"/>
                    </a:cubicBezTo>
                    <a:cubicBezTo>
                      <a:pt x="2032000" y="1576705"/>
                      <a:pt x="1576705" y="2032000"/>
                      <a:pt x="1016000" y="2032000"/>
                    </a:cubicBezTo>
                    <a:cubicBezTo>
                      <a:pt x="455295" y="2032000"/>
                      <a:pt x="0" y="1576705"/>
                      <a:pt x="0" y="1016000"/>
                    </a:cubicBezTo>
                    <a:cubicBezTo>
                      <a:pt x="0" y="455295"/>
                      <a:pt x="455295" y="0"/>
                      <a:pt x="1016000" y="0"/>
                    </a:cubicBezTo>
                    <a:close/>
                  </a:path>
                </a:pathLst>
              </a:custGeom>
              <a:solidFill>
                <a:srgbClr val="8FA7D0">
                  <a:alpha val="9020"/>
                </a:srgbClr>
              </a:solidFill>
            </p:spPr>
          </p:sp>
        </p:grpSp>
        <p:sp>
          <p:nvSpPr>
            <p:cNvPr id="9" name="Freeform 9"/>
            <p:cNvSpPr/>
            <p:nvPr/>
          </p:nvSpPr>
          <p:spPr>
            <a:xfrm>
              <a:off x="4277" y="7380"/>
              <a:ext cx="1080" cy="1080"/>
            </a:xfrm>
            <a:custGeom>
              <a:avLst/>
              <a:gdLst/>
              <a:ahLst/>
              <a:cxnLst/>
              <a:rect l="l" t="t" r="r" b="b"/>
              <a:pathLst>
                <a:path w="685800" h="685800">
                  <a:moveTo>
                    <a:pt x="0" y="0"/>
                  </a:moveTo>
                  <a:lnTo>
                    <a:pt x="685800" y="0"/>
                  </a:lnTo>
                  <a:lnTo>
                    <a:pt x="685800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11" name="Freeform 11"/>
          <p:cNvSpPr/>
          <p:nvPr/>
        </p:nvSpPr>
        <p:spPr>
          <a:xfrm>
            <a:off x="1858010" y="6019800"/>
            <a:ext cx="2400300" cy="533400"/>
          </a:xfrm>
          <a:custGeom>
            <a:avLst/>
            <a:gdLst/>
            <a:ahLst/>
            <a:cxnLst/>
            <a:rect l="l" t="t" r="r" b="b"/>
            <a:pathLst>
              <a:path w="3200400" h="711200">
                <a:moveTo>
                  <a:pt x="0" y="0"/>
                </a:moveTo>
                <a:lnTo>
                  <a:pt x="3200400" y="0"/>
                </a:lnTo>
                <a:lnTo>
                  <a:pt x="3200400" y="711200"/>
                </a:lnTo>
                <a:lnTo>
                  <a:pt x="0" y="7112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</p:spPr>
      </p:sp>
      <p:grpSp>
        <p:nvGrpSpPr>
          <p:cNvPr id="16" name="Group 16"/>
          <p:cNvGrpSpPr/>
          <p:nvPr/>
        </p:nvGrpSpPr>
        <p:grpSpPr>
          <a:xfrm>
            <a:off x="6222921" y="3962400"/>
            <a:ext cx="5848350" cy="3657600"/>
            <a:chOff x="0" y="0"/>
            <a:chExt cx="7797800" cy="4876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7797800" cy="4876800"/>
            </a:xfrm>
            <a:custGeom>
              <a:avLst/>
              <a:gdLst/>
              <a:ahLst/>
              <a:cxnLst/>
              <a:rect l="l" t="t" r="r" b="b"/>
              <a:pathLst>
                <a:path w="7797800" h="4876800">
                  <a:moveTo>
                    <a:pt x="304800" y="0"/>
                  </a:moveTo>
                  <a:lnTo>
                    <a:pt x="7493000" y="0"/>
                  </a:lnTo>
                  <a:cubicBezTo>
                    <a:pt x="7661275" y="0"/>
                    <a:pt x="7797800" y="136525"/>
                    <a:pt x="7797800" y="304800"/>
                  </a:cubicBezTo>
                  <a:lnTo>
                    <a:pt x="7797800" y="4572000"/>
                  </a:lnTo>
                  <a:cubicBezTo>
                    <a:pt x="7797800" y="4740275"/>
                    <a:pt x="7661275" y="4876800"/>
                    <a:pt x="7493000" y="4876800"/>
                  </a:cubicBezTo>
                  <a:lnTo>
                    <a:pt x="304800" y="4876800"/>
                  </a:lnTo>
                  <a:cubicBezTo>
                    <a:pt x="136525" y="4876800"/>
                    <a:pt x="0" y="4740275"/>
                    <a:pt x="0" y="4572000"/>
                  </a:cubicBezTo>
                  <a:lnTo>
                    <a:pt x="0" y="304800"/>
                  </a:lnTo>
                  <a:cubicBezTo>
                    <a:pt x="0" y="136525"/>
                    <a:pt x="136525" y="0"/>
                    <a:pt x="304800" y="0"/>
                  </a:cubicBezTo>
                  <a:close/>
                </a:path>
              </a:pathLst>
            </a:custGeom>
            <a:solidFill>
              <a:srgbClr val="5C7CB3">
                <a:alpha val="784"/>
              </a:srgbClr>
            </a:solidFill>
          </p:spPr>
        </p:sp>
      </p:grpSp>
      <p:sp>
        <p:nvSpPr>
          <p:cNvPr id="22" name="Freeform 22"/>
          <p:cNvSpPr/>
          <p:nvPr/>
        </p:nvSpPr>
        <p:spPr>
          <a:xfrm>
            <a:off x="7943850" y="6019800"/>
            <a:ext cx="2400300" cy="533400"/>
          </a:xfrm>
          <a:custGeom>
            <a:avLst/>
            <a:gdLst/>
            <a:ahLst/>
            <a:cxnLst/>
            <a:rect l="l" t="t" r="r" b="b"/>
            <a:pathLst>
              <a:path w="3200400" h="711200">
                <a:moveTo>
                  <a:pt x="0" y="0"/>
                </a:moveTo>
                <a:lnTo>
                  <a:pt x="3200400" y="0"/>
                </a:lnTo>
                <a:lnTo>
                  <a:pt x="3200400" y="711200"/>
                </a:lnTo>
                <a:lnTo>
                  <a:pt x="0" y="7112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</p:spPr>
      </p:sp>
      <p:sp>
        <p:nvSpPr>
          <p:cNvPr id="31" name="Freeform 31"/>
          <p:cNvSpPr/>
          <p:nvPr/>
        </p:nvSpPr>
        <p:spPr>
          <a:xfrm>
            <a:off x="13857605" y="6019800"/>
            <a:ext cx="2743200" cy="533400"/>
          </a:xfrm>
          <a:custGeom>
            <a:avLst/>
            <a:gdLst/>
            <a:ahLst/>
            <a:cxnLst/>
            <a:rect l="l" t="t" r="r" b="b"/>
            <a:pathLst>
              <a:path w="3657600" h="711200">
                <a:moveTo>
                  <a:pt x="0" y="0"/>
                </a:moveTo>
                <a:lnTo>
                  <a:pt x="3657600" y="0"/>
                </a:lnTo>
                <a:lnTo>
                  <a:pt x="3657600" y="711200"/>
                </a:lnTo>
                <a:lnTo>
                  <a:pt x="0" y="7112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</p:spPr>
      </p:sp>
      <p:sp>
        <p:nvSpPr>
          <p:cNvPr id="36" name="TextBox 6"/>
          <p:cNvSpPr txBox="1"/>
          <p:nvPr/>
        </p:nvSpPr>
        <p:spPr>
          <a:xfrm>
            <a:off x="-6096000" y="517314"/>
            <a:ext cx="18097500" cy="892578"/>
          </a:xfrm>
          <a:prstGeom prst="rect">
            <a:avLst/>
          </a:prstGeom>
        </p:spPr>
        <p:txBody>
          <a:bodyPr lIns="0" tIns="0" rIns="0" bIns="0" rtlCol="0" anchor="ctr"/>
          <a:p>
            <a:pPr algn="ctr">
              <a:lnSpc>
                <a:spcPts val="5400"/>
              </a:lnSpc>
            </a:pPr>
            <a:r>
              <a:rPr lang="zh-CN" altLang="en-US" sz="6600" b="1" dirty="0" err="1">
                <a:solidFill>
                  <a:srgbClr val="5C7CB3"/>
                </a:solidFill>
                <a:latin typeface="Noto Sans Bold" panose="020B0802040504020204"/>
                <a:ea typeface="Noto Sans Bold" panose="020B0802040504020204"/>
                <a:cs typeface="Noto Sans Bold" panose="020B0802040504020204"/>
                <a:sym typeface="Noto Sans Bold" panose="020B0802040504020204"/>
              </a:rPr>
              <a:t>前端</a:t>
            </a:r>
            <a:r>
              <a:rPr lang="en-US" sz="6600" b="1" dirty="0" err="1">
                <a:solidFill>
                  <a:srgbClr val="5C7CB3"/>
                </a:solidFill>
                <a:latin typeface="Noto Sans Bold" panose="020B0802040504020204"/>
                <a:ea typeface="Noto Sans Bold" panose="020B0802040504020204"/>
                <a:cs typeface="Noto Sans Bold" panose="020B0802040504020204"/>
                <a:sym typeface="Noto Sans Bold" panose="020B0802040504020204"/>
              </a:rPr>
              <a:t>架构</a:t>
            </a:r>
            <a:endParaRPr lang="en-US" sz="6600" b="1" dirty="0" err="1">
              <a:solidFill>
                <a:srgbClr val="5C7CB3"/>
              </a:solidFill>
              <a:latin typeface="Noto Sans Bold" panose="020B0802040504020204"/>
              <a:ea typeface="Noto Sans Bold" panose="020B0802040504020204"/>
              <a:cs typeface="Noto Sans Bold" panose="020B0802040504020204"/>
              <a:sym typeface="Noto Sans Bold" panose="020B0802040504020204"/>
            </a:endParaRPr>
          </a:p>
        </p:txBody>
      </p:sp>
      <p:sp>
        <p:nvSpPr>
          <p:cNvPr id="107" name="Shape 16"/>
          <p:cNvSpPr/>
          <p:nvPr/>
        </p:nvSpPr>
        <p:spPr>
          <a:xfrm>
            <a:off x="990600" y="3162300"/>
            <a:ext cx="5528945" cy="4939030"/>
          </a:xfrm>
          <a:custGeom>
            <a:avLst/>
            <a:gdLst/>
            <a:ahLst/>
            <a:cxnLst/>
            <a:rect l="l" t="t" r="r" b="b"/>
            <a:pathLst>
              <a:path w="2768600" h="965200">
                <a:moveTo>
                  <a:pt x="101597" y="0"/>
                </a:moveTo>
                <a:lnTo>
                  <a:pt x="2667003" y="0"/>
                </a:lnTo>
                <a:cubicBezTo>
                  <a:pt x="2723113" y="0"/>
                  <a:pt x="2768600" y="45487"/>
                  <a:pt x="2768600" y="101597"/>
                </a:cubicBezTo>
                <a:lnTo>
                  <a:pt x="2768600" y="863603"/>
                </a:lnTo>
                <a:cubicBezTo>
                  <a:pt x="2768600" y="919713"/>
                  <a:pt x="2723113" y="965200"/>
                  <a:pt x="2667003" y="965200"/>
                </a:cubicBezTo>
                <a:lnTo>
                  <a:pt x="101597" y="965200"/>
                </a:lnTo>
                <a:cubicBezTo>
                  <a:pt x="45487" y="965200"/>
                  <a:pt x="0" y="919713"/>
                  <a:pt x="0" y="863603"/>
                </a:cubicBezTo>
                <a:lnTo>
                  <a:pt x="0" y="101597"/>
                </a:lnTo>
                <a:cubicBezTo>
                  <a:pt x="0" y="45487"/>
                  <a:pt x="45487" y="0"/>
                  <a:pt x="101597" y="0"/>
                </a:cubicBezTo>
                <a:close/>
              </a:path>
            </a:pathLst>
          </a:custGeom>
          <a:solidFill>
            <a:srgbClr val="8FA7D0">
              <a:alpha val="20000"/>
            </a:srgbClr>
          </a:solidFill>
        </p:spPr>
        <p:txBody>
          <a:bodyPr lIns="90000"/>
          <a:p>
            <a:endParaRPr lang="zh-CN" altLang="en-US" dirty="0"/>
          </a:p>
        </p:txBody>
      </p:sp>
      <p:sp>
        <p:nvSpPr>
          <p:cNvPr id="111" name="文本框 110"/>
          <p:cNvSpPr txBox="1"/>
          <p:nvPr/>
        </p:nvSpPr>
        <p:spPr>
          <a:xfrm>
            <a:off x="1295400" y="3255010"/>
            <a:ext cx="4724400" cy="9194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4400">
                <a:sym typeface="+mn-ea"/>
              </a:rPr>
              <a:t>Zustand</a:t>
            </a:r>
            <a:r>
              <a:rPr lang="zh-CN" altLang="en-US" sz="4400">
                <a:sym typeface="+mn-ea"/>
              </a:rPr>
              <a:t>状态管理</a:t>
            </a:r>
            <a:endParaRPr lang="zh-CN" altLang="en-US" sz="4400"/>
          </a:p>
        </p:txBody>
      </p:sp>
      <p:sp>
        <p:nvSpPr>
          <p:cNvPr id="39" name="文本框 38"/>
          <p:cNvSpPr txBox="1"/>
          <p:nvPr/>
        </p:nvSpPr>
        <p:spPr>
          <a:xfrm>
            <a:off x="1487805" y="4168775"/>
            <a:ext cx="4608195" cy="22453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/>
              <a:t>根据当前树</a:t>
            </a:r>
            <a:r>
              <a:rPr lang="en-US" altLang="zh-CN" sz="2800"/>
              <a:t>ID</a:t>
            </a:r>
            <a:r>
              <a:rPr lang="zh-CN" altLang="en-US" sz="2800"/>
              <a:t>实时计算当前知识树</a:t>
            </a:r>
            <a:endParaRPr lang="zh-CN" altLang="en-US" sz="2800"/>
          </a:p>
          <a:p>
            <a:endParaRPr lang="en-US" altLang="zh-CN" sz="2800"/>
          </a:p>
          <a:p>
            <a:r>
              <a:rPr lang="zh-CN" altLang="en-US" sz="2800"/>
              <a:t>根据焦点节点</a:t>
            </a:r>
            <a:r>
              <a:rPr lang="en-US" altLang="zh-CN" sz="2800"/>
              <a:t>ID</a:t>
            </a:r>
            <a:r>
              <a:rPr lang="zh-CN" altLang="en-US" sz="2800"/>
              <a:t>动态获取节点详情及子节点</a:t>
            </a:r>
            <a:r>
              <a:rPr lang="zh-CN" altLang="en-US" sz="2800"/>
              <a:t>内容</a:t>
            </a:r>
            <a:endParaRPr lang="zh-CN" altLang="en-US" sz="2800"/>
          </a:p>
        </p:txBody>
      </p:sp>
      <p:sp>
        <p:nvSpPr>
          <p:cNvPr id="40" name="文本框 39"/>
          <p:cNvSpPr txBox="1"/>
          <p:nvPr/>
        </p:nvSpPr>
        <p:spPr>
          <a:xfrm>
            <a:off x="1422400" y="6819900"/>
            <a:ext cx="4724400" cy="9194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4400"/>
              <a:t>轻量化，实时</a:t>
            </a:r>
            <a:r>
              <a:rPr lang="zh-CN" altLang="en-US" sz="4400"/>
              <a:t>渲染</a:t>
            </a:r>
            <a:endParaRPr lang="zh-CN" altLang="en-US" sz="4400"/>
          </a:p>
        </p:txBody>
      </p:sp>
      <p:sp>
        <p:nvSpPr>
          <p:cNvPr id="93" name="Text 0"/>
          <p:cNvSpPr/>
          <p:nvPr/>
        </p:nvSpPr>
        <p:spPr>
          <a:xfrm>
            <a:off x="10820400" y="571500"/>
            <a:ext cx="4152265" cy="742315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algn="ctr">
              <a:lnSpc>
                <a:spcPct val="100000"/>
              </a:lnSpc>
            </a:pPr>
            <a:r>
              <a:rPr lang="zh-CN" altLang="en-US" sz="4500" b="1" dirty="0">
                <a:solidFill>
                  <a:srgbClr val="5C7CB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功能</a:t>
            </a:r>
            <a:r>
              <a:rPr lang="zh-CN" altLang="en-US" sz="4500" b="1" dirty="0">
                <a:solidFill>
                  <a:srgbClr val="5C7CB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模块</a:t>
            </a:r>
            <a:endParaRPr lang="zh-CN" altLang="en-US" sz="4500" b="1" dirty="0">
              <a:solidFill>
                <a:srgbClr val="5C7CB3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41" name="Text 0"/>
          <p:cNvSpPr/>
          <p:nvPr/>
        </p:nvSpPr>
        <p:spPr>
          <a:xfrm>
            <a:off x="2057400" y="1790700"/>
            <a:ext cx="4152265" cy="742315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algn="ctr">
              <a:lnSpc>
                <a:spcPct val="100000"/>
              </a:lnSpc>
            </a:pPr>
            <a:r>
              <a:rPr lang="zh-CN" altLang="en-US" sz="4500" b="1" dirty="0">
                <a:solidFill>
                  <a:srgbClr val="5C7CB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状态</a:t>
            </a:r>
            <a:r>
              <a:rPr lang="zh-CN" altLang="en-US" sz="4500" b="1" dirty="0">
                <a:solidFill>
                  <a:srgbClr val="5C7CB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管理</a:t>
            </a:r>
            <a:endParaRPr lang="zh-CN" altLang="en-US" sz="4500" b="1" dirty="0">
              <a:solidFill>
                <a:srgbClr val="5C7CB3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44" name="Shape 16"/>
          <p:cNvSpPr/>
          <p:nvPr/>
        </p:nvSpPr>
        <p:spPr>
          <a:xfrm>
            <a:off x="8229600" y="1409700"/>
            <a:ext cx="8981440" cy="7593330"/>
          </a:xfrm>
          <a:custGeom>
            <a:avLst/>
            <a:gdLst/>
            <a:ahLst/>
            <a:cxnLst/>
            <a:rect l="l" t="t" r="r" b="b"/>
            <a:pathLst>
              <a:path w="2768600" h="965200">
                <a:moveTo>
                  <a:pt x="101597" y="0"/>
                </a:moveTo>
                <a:lnTo>
                  <a:pt x="2667003" y="0"/>
                </a:lnTo>
                <a:cubicBezTo>
                  <a:pt x="2723113" y="0"/>
                  <a:pt x="2768600" y="45487"/>
                  <a:pt x="2768600" y="101597"/>
                </a:cubicBezTo>
                <a:lnTo>
                  <a:pt x="2768600" y="863603"/>
                </a:lnTo>
                <a:cubicBezTo>
                  <a:pt x="2768600" y="919713"/>
                  <a:pt x="2723113" y="965200"/>
                  <a:pt x="2667003" y="965200"/>
                </a:cubicBezTo>
                <a:lnTo>
                  <a:pt x="101597" y="965200"/>
                </a:lnTo>
                <a:cubicBezTo>
                  <a:pt x="45487" y="965200"/>
                  <a:pt x="0" y="919713"/>
                  <a:pt x="0" y="863603"/>
                </a:cubicBezTo>
                <a:lnTo>
                  <a:pt x="0" y="101597"/>
                </a:lnTo>
                <a:cubicBezTo>
                  <a:pt x="0" y="45487"/>
                  <a:pt x="45487" y="0"/>
                  <a:pt x="101597" y="0"/>
                </a:cubicBezTo>
                <a:close/>
              </a:path>
            </a:pathLst>
          </a:custGeom>
          <a:solidFill>
            <a:srgbClr val="8FA7D0">
              <a:alpha val="20000"/>
            </a:srgbClr>
          </a:solidFill>
        </p:spPr>
        <p:txBody>
          <a:bodyPr lIns="90000"/>
          <a:p>
            <a:endParaRPr lang="zh-CN" altLang="en-US" dirty="0"/>
          </a:p>
        </p:txBody>
      </p:sp>
      <p:grpSp>
        <p:nvGrpSpPr>
          <p:cNvPr id="47" name="组合 46"/>
          <p:cNvGrpSpPr/>
          <p:nvPr/>
        </p:nvGrpSpPr>
        <p:grpSpPr>
          <a:xfrm>
            <a:off x="11201400" y="2023110"/>
            <a:ext cx="3276600" cy="2362200"/>
            <a:chOff x="13920" y="3060"/>
            <a:chExt cx="5160" cy="3720"/>
          </a:xfrm>
        </p:grpSpPr>
        <p:sp>
          <p:nvSpPr>
            <p:cNvPr id="45" name="圆角矩形 44"/>
            <p:cNvSpPr/>
            <p:nvPr/>
          </p:nvSpPr>
          <p:spPr>
            <a:xfrm>
              <a:off x="13920" y="3060"/>
              <a:ext cx="5160" cy="3720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  <a:alpha val="4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6" name="文本框 45"/>
            <p:cNvSpPr txBox="1"/>
            <p:nvPr/>
          </p:nvSpPr>
          <p:spPr>
            <a:xfrm>
              <a:off x="14160" y="4260"/>
              <a:ext cx="4725" cy="150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2800" b="1"/>
                <a:t>知识树列表</a:t>
              </a:r>
              <a:endParaRPr lang="zh-CN" altLang="en-US" sz="2800" b="1"/>
            </a:p>
            <a:p>
              <a:pPr algn="ctr"/>
              <a:r>
                <a:rPr lang="zh-CN" altLang="en-US" sz="2800" b="1"/>
                <a:t>及检索</a:t>
              </a:r>
              <a:r>
                <a:rPr lang="zh-CN" altLang="en-US" sz="2800" b="1"/>
                <a:t>面板</a:t>
              </a:r>
              <a:endParaRPr lang="zh-CN" altLang="en-US" sz="2800" b="1"/>
            </a:p>
          </p:txBody>
        </p:sp>
      </p:grpSp>
      <p:grpSp>
        <p:nvGrpSpPr>
          <p:cNvPr id="48" name="组合 47"/>
          <p:cNvGrpSpPr/>
          <p:nvPr/>
        </p:nvGrpSpPr>
        <p:grpSpPr>
          <a:xfrm>
            <a:off x="13487400" y="5377180"/>
            <a:ext cx="3276600" cy="2362200"/>
            <a:chOff x="13920" y="3060"/>
            <a:chExt cx="5160" cy="3720"/>
          </a:xfrm>
        </p:grpSpPr>
        <p:sp>
          <p:nvSpPr>
            <p:cNvPr id="49" name="圆角矩形 48"/>
            <p:cNvSpPr/>
            <p:nvPr/>
          </p:nvSpPr>
          <p:spPr>
            <a:xfrm>
              <a:off x="13920" y="3060"/>
              <a:ext cx="5160" cy="3720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  <a:alpha val="4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0" name="文本框 49"/>
            <p:cNvSpPr txBox="1"/>
            <p:nvPr/>
          </p:nvSpPr>
          <p:spPr>
            <a:xfrm>
              <a:off x="14520" y="3863"/>
              <a:ext cx="4245" cy="21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2800" b="1"/>
                <a:t>交互式思维导图及</a:t>
              </a:r>
              <a:endParaRPr lang="zh-CN" altLang="en-US" sz="2800" b="1"/>
            </a:p>
            <a:p>
              <a:pPr algn="ctr"/>
              <a:r>
                <a:rPr lang="zh-CN" altLang="en-US" sz="2800" b="1"/>
                <a:t>树状结构双</a:t>
              </a:r>
              <a:r>
                <a:rPr lang="zh-CN" altLang="en-US" sz="2800" b="1"/>
                <a:t>视图</a:t>
              </a:r>
              <a:endParaRPr lang="zh-CN" altLang="en-US" sz="2800" b="1"/>
            </a:p>
          </p:txBody>
        </p:sp>
      </p:grpSp>
      <p:grpSp>
        <p:nvGrpSpPr>
          <p:cNvPr id="51" name="组合 50"/>
          <p:cNvGrpSpPr/>
          <p:nvPr/>
        </p:nvGrpSpPr>
        <p:grpSpPr>
          <a:xfrm>
            <a:off x="8991600" y="5377180"/>
            <a:ext cx="3276600" cy="2362200"/>
            <a:chOff x="13920" y="3060"/>
            <a:chExt cx="5160" cy="3720"/>
          </a:xfrm>
        </p:grpSpPr>
        <p:sp>
          <p:nvSpPr>
            <p:cNvPr id="52" name="圆角矩形 51"/>
            <p:cNvSpPr/>
            <p:nvPr/>
          </p:nvSpPr>
          <p:spPr>
            <a:xfrm>
              <a:off x="13920" y="3060"/>
              <a:ext cx="5160" cy="3720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  <a:alpha val="4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3" name="文本框 52"/>
            <p:cNvSpPr txBox="1"/>
            <p:nvPr/>
          </p:nvSpPr>
          <p:spPr>
            <a:xfrm>
              <a:off x="14160" y="3900"/>
              <a:ext cx="4725" cy="21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2800" b="1"/>
                <a:t>节点详细内容面板</a:t>
              </a:r>
              <a:endParaRPr lang="zh-CN" altLang="en-US" sz="2800" b="1"/>
            </a:p>
            <a:p>
              <a:pPr algn="ctr"/>
              <a:r>
                <a:rPr lang="zh-CN" altLang="en-US" sz="2800" b="1"/>
                <a:t>（</a:t>
              </a:r>
              <a:r>
                <a:rPr lang="en-US" altLang="zh-CN" sz="2800" b="1"/>
                <a:t>markdown</a:t>
              </a:r>
              <a:r>
                <a:rPr lang="zh-CN" altLang="en-US" sz="2800" b="1"/>
                <a:t>格式）</a:t>
              </a:r>
              <a:endParaRPr lang="zh-CN" altLang="en-US" sz="2800" b="1"/>
            </a:p>
          </p:txBody>
        </p:sp>
      </p:grpSp>
      <p:sp>
        <p:nvSpPr>
          <p:cNvPr id="58" name="等腰三角形 57"/>
          <p:cNvSpPr/>
          <p:nvPr/>
        </p:nvSpPr>
        <p:spPr>
          <a:xfrm>
            <a:off x="11963400" y="3942715"/>
            <a:ext cx="1763395" cy="1763395"/>
          </a:xfrm>
          <a:prstGeom prst="triangl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0" name="Text 0"/>
          <p:cNvSpPr/>
          <p:nvPr/>
        </p:nvSpPr>
        <p:spPr>
          <a:xfrm>
            <a:off x="10820400" y="4634865"/>
            <a:ext cx="4152265" cy="742315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algn="ctr">
              <a:lnSpc>
                <a:spcPct val="100000"/>
              </a:lnSpc>
            </a:pPr>
            <a:r>
              <a:rPr lang="zh-CN" altLang="en-US" sz="3200" b="1" dirty="0">
                <a:solidFill>
                  <a:srgbClr val="5C7CB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可调整大小的动态化三面板结构</a:t>
            </a:r>
            <a:endParaRPr lang="zh-CN" altLang="en-US" sz="3200" b="1" dirty="0">
              <a:solidFill>
                <a:srgbClr val="5C7CB3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-40005"/>
            <a:ext cx="18307050" cy="10327005"/>
            <a:chOff x="0" y="0"/>
            <a:chExt cx="24409400" cy="13769340"/>
          </a:xfrm>
        </p:grpSpPr>
        <p:sp>
          <p:nvSpPr>
            <p:cNvPr id="3" name="Freeform 3" descr="https://kimi-img.moonshot.cn/pub/slides/slides_tmpl/image/25-09-04-11:33:16-d2sggv61bb2p4onbonk0.jpg"/>
            <p:cNvSpPr/>
            <p:nvPr/>
          </p:nvSpPr>
          <p:spPr>
            <a:xfrm>
              <a:off x="0" y="0"/>
              <a:ext cx="24409400" cy="13769339"/>
            </a:xfrm>
            <a:custGeom>
              <a:avLst/>
              <a:gdLst/>
              <a:ahLst/>
              <a:cxnLst/>
              <a:rect l="l" t="t" r="r" b="b"/>
              <a:pathLst>
                <a:path w="24409400" h="13769339">
                  <a:moveTo>
                    <a:pt x="0" y="0"/>
                  </a:moveTo>
                  <a:lnTo>
                    <a:pt x="24409400" y="0"/>
                  </a:lnTo>
                  <a:lnTo>
                    <a:pt x="24409400" y="13769339"/>
                  </a:lnTo>
                  <a:lnTo>
                    <a:pt x="0" y="137693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 r="-427" b="-105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837888" y="419222"/>
            <a:ext cx="10488758" cy="2137178"/>
            <a:chOff x="-7981525" y="-1659467"/>
            <a:chExt cx="13985009" cy="284957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003484" cy="1190104"/>
            </a:xfrm>
            <a:custGeom>
              <a:avLst/>
              <a:gdLst/>
              <a:ahLst/>
              <a:cxnLst/>
              <a:rect l="l" t="t" r="r" b="b"/>
              <a:pathLst>
                <a:path w="6003484" h="1190104">
                  <a:moveTo>
                    <a:pt x="0" y="0"/>
                  </a:moveTo>
                  <a:lnTo>
                    <a:pt x="6003484" y="0"/>
                  </a:lnTo>
                  <a:lnTo>
                    <a:pt x="6003484" y="1190104"/>
                  </a:lnTo>
                  <a:lnTo>
                    <a:pt x="0" y="119010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-7981525" y="-1659467"/>
              <a:ext cx="6003483" cy="119010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400"/>
                </a:lnSpc>
              </a:pPr>
              <a:r>
                <a:rPr lang="zh-CN" altLang="en-US" sz="4500" b="1">
                  <a:solidFill>
                    <a:srgbClr val="5C7CB3"/>
                  </a:solidFill>
                  <a:latin typeface="Noto Sans Bold" panose="020B0802040504020204"/>
                  <a:ea typeface="Noto Sans Bold" panose="020B0802040504020204"/>
                  <a:cs typeface="Noto Sans Bold" panose="020B0802040504020204"/>
                  <a:sym typeface="Noto Sans Bold" panose="020B0802040504020204"/>
                </a:rPr>
                <a:t>三版面</a:t>
              </a:r>
              <a:r>
                <a:rPr lang="zh-CN" altLang="en-US" sz="4500" b="1">
                  <a:solidFill>
                    <a:srgbClr val="5C7CB3"/>
                  </a:solidFill>
                  <a:latin typeface="Noto Sans Bold" panose="020B0802040504020204"/>
                  <a:ea typeface="Noto Sans Bold" panose="020B0802040504020204"/>
                  <a:cs typeface="Noto Sans Bold" panose="020B0802040504020204"/>
                  <a:sym typeface="Noto Sans Bold" panose="020B0802040504020204"/>
                </a:rPr>
                <a:t>视图</a:t>
              </a:r>
              <a:endParaRPr lang="zh-CN" altLang="en-US" sz="4500" b="1">
                <a:solidFill>
                  <a:srgbClr val="5C7CB3"/>
                </a:solidFill>
                <a:latin typeface="Noto Sans Bold" panose="020B0802040504020204"/>
                <a:ea typeface="Noto Sans Bold" panose="020B0802040504020204"/>
                <a:cs typeface="Noto Sans Bold" panose="020B0802040504020204"/>
                <a:sym typeface="Noto Sans Bold" panose="020B0802040504020204"/>
              </a:endParaRP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4905375" y="3326492"/>
            <a:ext cx="8477250" cy="5195542"/>
            <a:chOff x="0" y="0"/>
            <a:chExt cx="11303000" cy="692738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1303000" cy="6927389"/>
            </a:xfrm>
            <a:custGeom>
              <a:avLst/>
              <a:gdLst/>
              <a:ahLst/>
              <a:cxnLst/>
              <a:rect l="l" t="t" r="r" b="b"/>
              <a:pathLst>
                <a:path w="11303000" h="6927389">
                  <a:moveTo>
                    <a:pt x="304800" y="0"/>
                  </a:moveTo>
                  <a:lnTo>
                    <a:pt x="10998200" y="0"/>
                  </a:lnTo>
                  <a:cubicBezTo>
                    <a:pt x="11166475" y="0"/>
                    <a:pt x="11303000" y="116358"/>
                    <a:pt x="11303000" y="259777"/>
                  </a:cubicBezTo>
                  <a:lnTo>
                    <a:pt x="11303000" y="6667612"/>
                  </a:lnTo>
                  <a:cubicBezTo>
                    <a:pt x="11303000" y="6811031"/>
                    <a:pt x="11166475" y="6927389"/>
                    <a:pt x="10998200" y="6927389"/>
                  </a:cubicBezTo>
                  <a:lnTo>
                    <a:pt x="304800" y="6927389"/>
                  </a:lnTo>
                  <a:cubicBezTo>
                    <a:pt x="136525" y="6927389"/>
                    <a:pt x="0" y="6811031"/>
                    <a:pt x="0" y="6667612"/>
                  </a:cubicBezTo>
                  <a:lnTo>
                    <a:pt x="0" y="259777"/>
                  </a:lnTo>
                  <a:cubicBezTo>
                    <a:pt x="0" y="116358"/>
                    <a:pt x="136525" y="0"/>
                    <a:pt x="304800" y="0"/>
                  </a:cubicBezTo>
                  <a:close/>
                </a:path>
              </a:pathLst>
            </a:custGeom>
            <a:solidFill>
              <a:srgbClr val="5C7CB3">
                <a:alpha val="784"/>
              </a:srgbClr>
            </a:solidFill>
          </p:spPr>
        </p:sp>
      </p:grpSp>
      <p:sp>
        <p:nvSpPr>
          <p:cNvPr id="27" name="Freeform 27"/>
          <p:cNvSpPr/>
          <p:nvPr/>
        </p:nvSpPr>
        <p:spPr>
          <a:xfrm>
            <a:off x="13628370" y="2715895"/>
            <a:ext cx="3581400" cy="485140"/>
          </a:xfrm>
          <a:custGeom>
            <a:avLst/>
            <a:gdLst/>
            <a:ahLst/>
            <a:cxnLst/>
            <a:rect l="l" t="t" r="r" b="b"/>
            <a:pathLst>
              <a:path w="5440392" h="737086">
                <a:moveTo>
                  <a:pt x="0" y="0"/>
                </a:moveTo>
                <a:lnTo>
                  <a:pt x="5440392" y="0"/>
                </a:lnTo>
                <a:lnTo>
                  <a:pt x="5440392" y="737086"/>
                </a:lnTo>
                <a:lnTo>
                  <a:pt x="0" y="737086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</p:spPr>
      </p:sp>
      <p:pic>
        <p:nvPicPr>
          <p:cNvPr id="37" name="图片 36" descr="屏幕截图 2025-11-08 13123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333500"/>
            <a:ext cx="12989560" cy="7611110"/>
          </a:xfrm>
          <a:prstGeom prst="rect">
            <a:avLst/>
          </a:prstGeom>
        </p:spPr>
      </p:pic>
      <p:grpSp>
        <p:nvGrpSpPr>
          <p:cNvPr id="39" name="组合 38"/>
          <p:cNvGrpSpPr/>
          <p:nvPr/>
        </p:nvGrpSpPr>
        <p:grpSpPr>
          <a:xfrm>
            <a:off x="10494645" y="1231900"/>
            <a:ext cx="6226810" cy="7682230"/>
            <a:chOff x="480" y="1605"/>
            <a:chExt cx="8516" cy="10936"/>
          </a:xfrm>
        </p:grpSpPr>
        <p:sp>
          <p:nvSpPr>
            <p:cNvPr id="44" name="Shape 16"/>
            <p:cNvSpPr/>
            <p:nvPr/>
          </p:nvSpPr>
          <p:spPr>
            <a:xfrm>
              <a:off x="480" y="1605"/>
              <a:ext cx="8517" cy="10936"/>
            </a:xfrm>
            <a:custGeom>
              <a:avLst/>
              <a:gdLst/>
              <a:ahLst/>
              <a:cxnLst/>
              <a:rect l="l" t="t" r="r" b="b"/>
              <a:pathLst>
                <a:path w="2768600" h="965200">
                  <a:moveTo>
                    <a:pt x="101597" y="0"/>
                  </a:moveTo>
                  <a:lnTo>
                    <a:pt x="2667003" y="0"/>
                  </a:lnTo>
                  <a:cubicBezTo>
                    <a:pt x="2723113" y="0"/>
                    <a:pt x="2768600" y="45487"/>
                    <a:pt x="2768600" y="101597"/>
                  </a:cubicBezTo>
                  <a:lnTo>
                    <a:pt x="2768600" y="863603"/>
                  </a:lnTo>
                  <a:cubicBezTo>
                    <a:pt x="2768600" y="919713"/>
                    <a:pt x="2723113" y="965200"/>
                    <a:pt x="2667003" y="965200"/>
                  </a:cubicBezTo>
                  <a:lnTo>
                    <a:pt x="101597" y="965200"/>
                  </a:lnTo>
                  <a:cubicBezTo>
                    <a:pt x="45487" y="965200"/>
                    <a:pt x="0" y="919713"/>
                    <a:pt x="0" y="863603"/>
                  </a:cubicBezTo>
                  <a:lnTo>
                    <a:pt x="0" y="101597"/>
                  </a:lnTo>
                  <a:cubicBezTo>
                    <a:pt x="0" y="45487"/>
                    <a:pt x="45487" y="0"/>
                    <a:pt x="101597" y="0"/>
                  </a:cubicBezTo>
                  <a:close/>
                </a:path>
              </a:pathLst>
            </a:custGeom>
            <a:solidFill>
              <a:srgbClr val="8FA7D0">
                <a:alpha val="73000"/>
              </a:srgbClr>
            </a:solidFill>
          </p:spPr>
          <p:txBody>
            <a:bodyPr lIns="90000"/>
            <a:p>
              <a:endParaRPr lang="zh-CN" altLang="en-US" dirty="0"/>
            </a:p>
          </p:txBody>
        </p:sp>
        <p:pic>
          <p:nvPicPr>
            <p:cNvPr id="38" name="图片 3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280" y="2220"/>
              <a:ext cx="4568" cy="9947"/>
            </a:xfrm>
            <a:prstGeom prst="rect">
              <a:avLst/>
            </a:prstGeom>
          </p:spPr>
        </p:pic>
      </p:grp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-40005"/>
            <a:ext cx="18307050" cy="10327005"/>
            <a:chOff x="0" y="0"/>
            <a:chExt cx="24409400" cy="13769340"/>
          </a:xfrm>
        </p:grpSpPr>
        <p:sp>
          <p:nvSpPr>
            <p:cNvPr id="3" name="Freeform 3" descr="https://kimi-img.moonshot.cn/pub/slides/slides_tmpl/image/25-09-04-11:33:16-d2sggv61bb2p4onbonk0.jpg"/>
            <p:cNvSpPr/>
            <p:nvPr/>
          </p:nvSpPr>
          <p:spPr>
            <a:xfrm>
              <a:off x="0" y="0"/>
              <a:ext cx="24409400" cy="13769339"/>
            </a:xfrm>
            <a:custGeom>
              <a:avLst/>
              <a:gdLst/>
              <a:ahLst/>
              <a:cxnLst/>
              <a:rect l="l" t="t" r="r" b="b"/>
              <a:pathLst>
                <a:path w="24409400" h="13769339">
                  <a:moveTo>
                    <a:pt x="0" y="0"/>
                  </a:moveTo>
                  <a:lnTo>
                    <a:pt x="24409400" y="0"/>
                  </a:lnTo>
                  <a:lnTo>
                    <a:pt x="24409400" y="13769339"/>
                  </a:lnTo>
                  <a:lnTo>
                    <a:pt x="0" y="137693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 r="-427" b="-105"/>
              </a:stretch>
            </a:blipFill>
          </p:spPr>
          <p:txBody>
            <a:bodyPr/>
            <a:p>
              <a:endParaRPr lang="zh-CN" alt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609288" y="1663822"/>
            <a:ext cx="10717359" cy="5433061"/>
            <a:chOff x="-8286325" y="0"/>
            <a:chExt cx="14289809" cy="724408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003484" cy="1190104"/>
            </a:xfrm>
            <a:custGeom>
              <a:avLst/>
              <a:gdLst/>
              <a:ahLst/>
              <a:cxnLst/>
              <a:rect l="l" t="t" r="r" b="b"/>
              <a:pathLst>
                <a:path w="6003484" h="1190104">
                  <a:moveTo>
                    <a:pt x="0" y="0"/>
                  </a:moveTo>
                  <a:lnTo>
                    <a:pt x="6003484" y="0"/>
                  </a:lnTo>
                  <a:lnTo>
                    <a:pt x="6003484" y="1190104"/>
                  </a:lnTo>
                  <a:lnTo>
                    <a:pt x="0" y="119010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-8286325" y="372534"/>
              <a:ext cx="4258733" cy="687154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400"/>
                </a:lnSpc>
              </a:pPr>
              <a:r>
                <a:rPr lang="zh-CN" altLang="en-US" sz="4500" b="1">
                  <a:solidFill>
                    <a:srgbClr val="5C7CB3"/>
                  </a:solidFill>
                  <a:latin typeface="Noto Sans Bold" panose="020B0802040504020204"/>
                  <a:ea typeface="Noto Sans Bold" panose="020B0802040504020204"/>
                  <a:cs typeface="Noto Sans Bold" panose="020B0802040504020204"/>
                  <a:sym typeface="Noto Sans Bold" panose="020B0802040504020204"/>
                </a:rPr>
                <a:t>交互式思维导图</a:t>
              </a:r>
              <a:endParaRPr lang="zh-CN" altLang="en-US" sz="4500" b="1">
                <a:solidFill>
                  <a:srgbClr val="5C7CB3"/>
                </a:solidFill>
                <a:latin typeface="Noto Sans Bold" panose="020B0802040504020204"/>
                <a:ea typeface="Noto Sans Bold" panose="020B0802040504020204"/>
                <a:cs typeface="Noto Sans Bold" panose="020B0802040504020204"/>
                <a:sym typeface="Noto Sans Bold" panose="020B0802040504020204"/>
              </a:endParaRPr>
            </a:p>
            <a:p>
              <a:pPr algn="ctr">
                <a:lnSpc>
                  <a:spcPts val="5400"/>
                </a:lnSpc>
              </a:pPr>
              <a:r>
                <a:rPr lang="zh-CN" altLang="en-US" sz="4500" b="1">
                  <a:solidFill>
                    <a:srgbClr val="5C7CB3"/>
                  </a:solidFill>
                  <a:latin typeface="Noto Sans Bold" panose="020B0802040504020204"/>
                  <a:ea typeface="Noto Sans Bold" panose="020B0802040504020204"/>
                  <a:cs typeface="Noto Sans Bold" panose="020B0802040504020204"/>
                  <a:sym typeface="Noto Sans Bold" panose="020B0802040504020204"/>
                </a:rPr>
                <a:t>及</a:t>
              </a:r>
              <a:endParaRPr lang="zh-CN" altLang="en-US" sz="4500" b="1">
                <a:solidFill>
                  <a:srgbClr val="5C7CB3"/>
                </a:solidFill>
                <a:latin typeface="Noto Sans Bold" panose="020B0802040504020204"/>
                <a:ea typeface="Noto Sans Bold" panose="020B0802040504020204"/>
                <a:cs typeface="Noto Sans Bold" panose="020B0802040504020204"/>
                <a:sym typeface="Noto Sans Bold" panose="020B0802040504020204"/>
              </a:endParaRPr>
            </a:p>
            <a:p>
              <a:pPr algn="ctr">
                <a:lnSpc>
                  <a:spcPts val="5400"/>
                </a:lnSpc>
              </a:pPr>
              <a:r>
                <a:rPr lang="zh-CN" altLang="en-US" sz="4500" b="1">
                  <a:solidFill>
                    <a:srgbClr val="5C7CB3"/>
                  </a:solidFill>
                  <a:latin typeface="Noto Sans Bold" panose="020B0802040504020204"/>
                  <a:ea typeface="Noto Sans Bold" panose="020B0802040504020204"/>
                  <a:cs typeface="Noto Sans Bold" panose="020B0802040504020204"/>
                  <a:sym typeface="Noto Sans Bold" panose="020B0802040504020204"/>
                </a:rPr>
                <a:t>知识树双</a:t>
              </a:r>
              <a:r>
                <a:rPr lang="zh-CN" altLang="en-US" sz="4500" b="1">
                  <a:solidFill>
                    <a:srgbClr val="5C7CB3"/>
                  </a:solidFill>
                  <a:latin typeface="Noto Sans Bold" panose="020B0802040504020204"/>
                  <a:ea typeface="Noto Sans Bold" panose="020B0802040504020204"/>
                  <a:cs typeface="Noto Sans Bold" panose="020B0802040504020204"/>
                  <a:sym typeface="Noto Sans Bold" panose="020B0802040504020204"/>
                </a:rPr>
                <a:t>视图</a:t>
              </a:r>
              <a:endParaRPr lang="zh-CN" altLang="en-US" sz="4500" b="1">
                <a:solidFill>
                  <a:srgbClr val="5C7CB3"/>
                </a:solidFill>
                <a:latin typeface="Noto Sans Bold" panose="020B0802040504020204"/>
                <a:ea typeface="Noto Sans Bold" panose="020B0802040504020204"/>
                <a:cs typeface="Noto Sans Bold" panose="020B0802040504020204"/>
                <a:sym typeface="Noto Sans Bold" panose="020B0802040504020204"/>
              </a:endParaRP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4905375" y="3326492"/>
            <a:ext cx="8477250" cy="5195542"/>
            <a:chOff x="0" y="0"/>
            <a:chExt cx="11303000" cy="692738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1303000" cy="6927389"/>
            </a:xfrm>
            <a:custGeom>
              <a:avLst/>
              <a:gdLst/>
              <a:ahLst/>
              <a:cxnLst/>
              <a:rect l="l" t="t" r="r" b="b"/>
              <a:pathLst>
                <a:path w="11303000" h="6927389">
                  <a:moveTo>
                    <a:pt x="304800" y="0"/>
                  </a:moveTo>
                  <a:lnTo>
                    <a:pt x="10998200" y="0"/>
                  </a:lnTo>
                  <a:cubicBezTo>
                    <a:pt x="11166475" y="0"/>
                    <a:pt x="11303000" y="116358"/>
                    <a:pt x="11303000" y="259777"/>
                  </a:cubicBezTo>
                  <a:lnTo>
                    <a:pt x="11303000" y="6667612"/>
                  </a:lnTo>
                  <a:cubicBezTo>
                    <a:pt x="11303000" y="6811031"/>
                    <a:pt x="11166475" y="6927389"/>
                    <a:pt x="10998200" y="6927389"/>
                  </a:cubicBezTo>
                  <a:lnTo>
                    <a:pt x="304800" y="6927389"/>
                  </a:lnTo>
                  <a:cubicBezTo>
                    <a:pt x="136525" y="6927389"/>
                    <a:pt x="0" y="6811031"/>
                    <a:pt x="0" y="6667612"/>
                  </a:cubicBezTo>
                  <a:lnTo>
                    <a:pt x="0" y="259777"/>
                  </a:lnTo>
                  <a:cubicBezTo>
                    <a:pt x="0" y="116358"/>
                    <a:pt x="136525" y="0"/>
                    <a:pt x="304800" y="0"/>
                  </a:cubicBezTo>
                  <a:close/>
                </a:path>
              </a:pathLst>
            </a:custGeom>
            <a:solidFill>
              <a:srgbClr val="5C7CB3">
                <a:alpha val="784"/>
              </a:srgbClr>
            </a:solidFill>
          </p:spPr>
        </p:sp>
      </p:grpSp>
      <p:sp>
        <p:nvSpPr>
          <p:cNvPr id="23" name="Freeform 23"/>
          <p:cNvSpPr/>
          <p:nvPr/>
        </p:nvSpPr>
        <p:spPr>
          <a:xfrm>
            <a:off x="11430000" y="571500"/>
            <a:ext cx="6450330" cy="8543290"/>
          </a:xfrm>
          <a:custGeom>
            <a:avLst/>
            <a:gdLst/>
            <a:ahLst/>
            <a:cxnLst/>
            <a:rect l="l" t="t" r="r" b="b"/>
            <a:pathLst>
              <a:path w="3724284" h="4939298">
                <a:moveTo>
                  <a:pt x="0" y="0"/>
                </a:moveTo>
                <a:lnTo>
                  <a:pt x="3724284" y="0"/>
                </a:lnTo>
                <a:lnTo>
                  <a:pt x="3724284" y="4939299"/>
                </a:lnTo>
                <a:lnTo>
                  <a:pt x="0" y="49392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4114800" y="419100"/>
            <a:ext cx="6819900" cy="8915400"/>
          </a:xfrm>
          <a:custGeom>
            <a:avLst/>
            <a:gdLst/>
            <a:ahLst/>
            <a:cxnLst/>
            <a:rect l="l" t="t" r="r" b="b"/>
            <a:pathLst>
              <a:path w="3709487" h="4939298">
                <a:moveTo>
                  <a:pt x="0" y="0"/>
                </a:moveTo>
                <a:lnTo>
                  <a:pt x="3709487" y="0"/>
                </a:lnTo>
                <a:lnTo>
                  <a:pt x="3709487" y="4939299"/>
                </a:lnTo>
                <a:lnTo>
                  <a:pt x="0" y="49392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13628370" y="2715895"/>
            <a:ext cx="3581400" cy="485140"/>
          </a:xfrm>
          <a:custGeom>
            <a:avLst/>
            <a:gdLst/>
            <a:ahLst/>
            <a:cxnLst/>
            <a:rect l="l" t="t" r="r" b="b"/>
            <a:pathLst>
              <a:path w="5440392" h="737086">
                <a:moveTo>
                  <a:pt x="0" y="0"/>
                </a:moveTo>
                <a:lnTo>
                  <a:pt x="5440392" y="0"/>
                </a:lnTo>
                <a:lnTo>
                  <a:pt x="5440392" y="737086"/>
                </a:lnTo>
                <a:lnTo>
                  <a:pt x="0" y="737086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</p:spPr>
      </p:sp>
      <p:sp>
        <p:nvSpPr>
          <p:cNvPr id="53" name="椭圆 52"/>
          <p:cNvSpPr/>
          <p:nvPr/>
        </p:nvSpPr>
        <p:spPr>
          <a:xfrm>
            <a:off x="7772400" y="647700"/>
            <a:ext cx="3200400" cy="914400"/>
          </a:xfrm>
          <a:prstGeom prst="ellipse">
            <a:avLst/>
          </a:prstGeom>
          <a:noFill/>
          <a:ln w="47625"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43" name="组合 42"/>
          <p:cNvGrpSpPr/>
          <p:nvPr/>
        </p:nvGrpSpPr>
        <p:grpSpPr>
          <a:xfrm>
            <a:off x="4419600" y="1104900"/>
            <a:ext cx="11969750" cy="3849370"/>
            <a:chOff x="6960" y="7740"/>
            <a:chExt cx="18850" cy="6062"/>
          </a:xfrm>
        </p:grpSpPr>
        <p:grpSp>
          <p:nvGrpSpPr>
            <p:cNvPr id="42" name="组合 41"/>
            <p:cNvGrpSpPr/>
            <p:nvPr/>
          </p:nvGrpSpPr>
          <p:grpSpPr>
            <a:xfrm>
              <a:off x="6960" y="7740"/>
              <a:ext cx="18850" cy="6062"/>
              <a:chOff x="6840" y="1740"/>
              <a:chExt cx="18850" cy="6062"/>
            </a:xfrm>
          </p:grpSpPr>
          <p:sp>
            <p:nvSpPr>
              <p:cNvPr id="44" name="Shape 16"/>
              <p:cNvSpPr/>
              <p:nvPr/>
            </p:nvSpPr>
            <p:spPr>
              <a:xfrm>
                <a:off x="15960" y="1740"/>
                <a:ext cx="9730" cy="6062"/>
              </a:xfrm>
              <a:custGeom>
                <a:avLst/>
                <a:gdLst/>
                <a:ahLst/>
                <a:cxnLst/>
                <a:rect l="l" t="t" r="r" b="b"/>
                <a:pathLst>
                  <a:path w="2768600" h="965200">
                    <a:moveTo>
                      <a:pt x="101597" y="0"/>
                    </a:moveTo>
                    <a:lnTo>
                      <a:pt x="2667003" y="0"/>
                    </a:lnTo>
                    <a:cubicBezTo>
                      <a:pt x="2723113" y="0"/>
                      <a:pt x="2768600" y="45487"/>
                      <a:pt x="2768600" y="101597"/>
                    </a:cubicBezTo>
                    <a:lnTo>
                      <a:pt x="2768600" y="863603"/>
                    </a:lnTo>
                    <a:cubicBezTo>
                      <a:pt x="2768600" y="919713"/>
                      <a:pt x="2723113" y="965200"/>
                      <a:pt x="2667003" y="965200"/>
                    </a:cubicBezTo>
                    <a:lnTo>
                      <a:pt x="101597" y="965200"/>
                    </a:lnTo>
                    <a:cubicBezTo>
                      <a:pt x="45487" y="965200"/>
                      <a:pt x="0" y="919713"/>
                      <a:pt x="0" y="863603"/>
                    </a:cubicBezTo>
                    <a:lnTo>
                      <a:pt x="0" y="101597"/>
                    </a:lnTo>
                    <a:cubicBezTo>
                      <a:pt x="0" y="45487"/>
                      <a:pt x="45487" y="0"/>
                      <a:pt x="101597" y="0"/>
                    </a:cubicBezTo>
                    <a:close/>
                  </a:path>
                </a:pathLst>
              </a:custGeom>
              <a:solidFill>
                <a:srgbClr val="8FA7D0">
                  <a:alpha val="73000"/>
                </a:srgbClr>
              </a:solidFill>
            </p:spPr>
            <p:txBody>
              <a:bodyPr lIns="90000"/>
              <a:p>
                <a:endParaRPr lang="zh-CN" altLang="en-US" dirty="0"/>
              </a:p>
            </p:txBody>
          </p:sp>
          <p:sp>
            <p:nvSpPr>
              <p:cNvPr id="40" name="圆角右箭头 39"/>
              <p:cNvSpPr/>
              <p:nvPr/>
            </p:nvSpPr>
            <p:spPr>
              <a:xfrm>
                <a:off x="7200" y="2820"/>
                <a:ext cx="9600" cy="960"/>
              </a:xfrm>
              <a:prstGeom prst="bentArrow">
                <a:avLst/>
              </a:prstGeom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1" name="椭圆 40"/>
              <p:cNvSpPr/>
              <p:nvPr/>
            </p:nvSpPr>
            <p:spPr>
              <a:xfrm>
                <a:off x="6840" y="3540"/>
                <a:ext cx="1200" cy="1200"/>
              </a:xfrm>
              <a:prstGeom prst="ellipse">
                <a:avLst/>
              </a:prstGeom>
              <a:noFill/>
              <a:ln w="47625" cmpd="sng">
                <a:solidFill>
                  <a:schemeClr val="accent1">
                    <a:shade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sp>
          <p:nvSpPr>
            <p:cNvPr id="37" name="文本框 36"/>
            <p:cNvSpPr txBox="1"/>
            <p:nvPr/>
          </p:nvSpPr>
          <p:spPr>
            <a:xfrm>
              <a:off x="17790" y="8566"/>
              <a:ext cx="6237" cy="44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4400" b="1">
                  <a:solidFill>
                    <a:schemeClr val="tx1"/>
                  </a:solidFill>
                </a:rPr>
                <a:t>知识树视图可通过点击小三角形创建并展开新的子节点</a:t>
              </a:r>
              <a:endParaRPr lang="zh-CN" altLang="en-US" sz="4400" b="1">
                <a:solidFill>
                  <a:schemeClr val="tx1"/>
                </a:solidFill>
              </a:endParaRPr>
            </a:p>
          </p:txBody>
        </p:sp>
      </p:grpSp>
      <p:grpSp>
        <p:nvGrpSpPr>
          <p:cNvPr id="52" name="组合 51"/>
          <p:cNvGrpSpPr/>
          <p:nvPr/>
        </p:nvGrpSpPr>
        <p:grpSpPr>
          <a:xfrm>
            <a:off x="5715000" y="4457700"/>
            <a:ext cx="11201400" cy="4898390"/>
            <a:chOff x="9000" y="7020"/>
            <a:chExt cx="17640" cy="7714"/>
          </a:xfrm>
        </p:grpSpPr>
        <p:grpSp>
          <p:nvGrpSpPr>
            <p:cNvPr id="50" name="组合 49"/>
            <p:cNvGrpSpPr/>
            <p:nvPr/>
          </p:nvGrpSpPr>
          <p:grpSpPr>
            <a:xfrm>
              <a:off x="9000" y="7020"/>
              <a:ext cx="17640" cy="7715"/>
              <a:chOff x="9000" y="7020"/>
              <a:chExt cx="17640" cy="7715"/>
            </a:xfrm>
          </p:grpSpPr>
          <p:sp>
            <p:nvSpPr>
              <p:cNvPr id="47" name="Shape 16"/>
              <p:cNvSpPr/>
              <p:nvPr/>
            </p:nvSpPr>
            <p:spPr>
              <a:xfrm>
                <a:off x="9000" y="7020"/>
                <a:ext cx="12462" cy="7715"/>
              </a:xfrm>
              <a:custGeom>
                <a:avLst/>
                <a:gdLst/>
                <a:ahLst/>
                <a:cxnLst/>
                <a:rect l="l" t="t" r="r" b="b"/>
                <a:pathLst>
                  <a:path w="2768600" h="965200">
                    <a:moveTo>
                      <a:pt x="101597" y="0"/>
                    </a:moveTo>
                    <a:lnTo>
                      <a:pt x="2667003" y="0"/>
                    </a:lnTo>
                    <a:cubicBezTo>
                      <a:pt x="2723113" y="0"/>
                      <a:pt x="2768600" y="45487"/>
                      <a:pt x="2768600" y="101597"/>
                    </a:cubicBezTo>
                    <a:lnTo>
                      <a:pt x="2768600" y="863603"/>
                    </a:lnTo>
                    <a:cubicBezTo>
                      <a:pt x="2768600" y="919713"/>
                      <a:pt x="2723113" y="965200"/>
                      <a:pt x="2667003" y="965200"/>
                    </a:cubicBezTo>
                    <a:lnTo>
                      <a:pt x="101597" y="965200"/>
                    </a:lnTo>
                    <a:cubicBezTo>
                      <a:pt x="45487" y="965200"/>
                      <a:pt x="0" y="919713"/>
                      <a:pt x="0" y="863603"/>
                    </a:cubicBezTo>
                    <a:lnTo>
                      <a:pt x="0" y="101597"/>
                    </a:lnTo>
                    <a:cubicBezTo>
                      <a:pt x="0" y="45487"/>
                      <a:pt x="45487" y="0"/>
                      <a:pt x="101597" y="0"/>
                    </a:cubicBezTo>
                    <a:close/>
                  </a:path>
                </a:pathLst>
              </a:custGeom>
              <a:solidFill>
                <a:srgbClr val="8FA7D0">
                  <a:alpha val="73000"/>
                </a:srgbClr>
              </a:solidFill>
            </p:spPr>
            <p:txBody>
              <a:bodyPr lIns="90000"/>
              <a:p>
                <a:endParaRPr lang="zh-CN" altLang="en-US" dirty="0"/>
              </a:p>
            </p:txBody>
          </p:sp>
          <p:pic>
            <p:nvPicPr>
              <p:cNvPr id="45" name="图片 44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840" y="7620"/>
                <a:ext cx="10659" cy="5577"/>
              </a:xfrm>
              <a:prstGeom prst="rect">
                <a:avLst/>
              </a:prstGeom>
            </p:spPr>
          </p:pic>
          <p:sp>
            <p:nvSpPr>
              <p:cNvPr id="48" name="椭圆 47"/>
              <p:cNvSpPr/>
              <p:nvPr/>
            </p:nvSpPr>
            <p:spPr>
              <a:xfrm>
                <a:off x="24240" y="9660"/>
                <a:ext cx="2400" cy="1800"/>
              </a:xfrm>
              <a:prstGeom prst="ellipse">
                <a:avLst/>
              </a:prstGeom>
              <a:noFill/>
              <a:ln w="41275"/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49" name="左箭头 48"/>
              <p:cNvSpPr/>
              <p:nvPr/>
            </p:nvSpPr>
            <p:spPr>
              <a:xfrm>
                <a:off x="20880" y="10140"/>
                <a:ext cx="3600" cy="720"/>
              </a:xfrm>
              <a:prstGeom prst="leftArrow">
                <a:avLst/>
              </a:prstGeom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sp>
          <p:nvSpPr>
            <p:cNvPr id="51" name="文本框 50"/>
            <p:cNvSpPr txBox="1"/>
            <p:nvPr/>
          </p:nvSpPr>
          <p:spPr>
            <a:xfrm>
              <a:off x="9952" y="13458"/>
              <a:ext cx="10208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3200" b="1"/>
                <a:t>右键可创建并展开子节点</a:t>
              </a:r>
              <a:endParaRPr lang="zh-CN" altLang="en-US" sz="3200" b="1"/>
            </a:p>
          </p:txBody>
        </p:sp>
      </p:grp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 animBg="1"/>
      <p:bldP spid="53" grpId="1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-40005"/>
            <a:ext cx="18307050" cy="10327005"/>
            <a:chOff x="0" y="0"/>
            <a:chExt cx="24409400" cy="13769340"/>
          </a:xfrm>
        </p:grpSpPr>
        <p:sp>
          <p:nvSpPr>
            <p:cNvPr id="3" name="Freeform 3" descr="https://kimi-img.moonshot.cn/pub/slides/slides_tmpl/image/25-09-04-11:33:16-d2sggv61bb2p4onbonk0.jpg"/>
            <p:cNvSpPr/>
            <p:nvPr/>
          </p:nvSpPr>
          <p:spPr>
            <a:xfrm>
              <a:off x="0" y="0"/>
              <a:ext cx="24409400" cy="13769339"/>
            </a:xfrm>
            <a:custGeom>
              <a:avLst/>
              <a:gdLst/>
              <a:ahLst/>
              <a:cxnLst/>
              <a:rect l="l" t="t" r="r" b="b"/>
              <a:pathLst>
                <a:path w="24409400" h="13769339">
                  <a:moveTo>
                    <a:pt x="0" y="0"/>
                  </a:moveTo>
                  <a:lnTo>
                    <a:pt x="24409400" y="0"/>
                  </a:lnTo>
                  <a:lnTo>
                    <a:pt x="24409400" y="13769339"/>
                  </a:lnTo>
                  <a:lnTo>
                    <a:pt x="0" y="137693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 r="-427" b="-105"/>
              </a:stretch>
            </a:blipFill>
          </p:spPr>
          <p:txBody>
            <a:bodyPr/>
            <a:p>
              <a:endParaRPr lang="zh-CN" alt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609288" y="1663822"/>
            <a:ext cx="10717359" cy="5433061"/>
            <a:chOff x="-8286325" y="0"/>
            <a:chExt cx="14289809" cy="724408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003484" cy="1190104"/>
            </a:xfrm>
            <a:custGeom>
              <a:avLst/>
              <a:gdLst/>
              <a:ahLst/>
              <a:cxnLst/>
              <a:rect l="l" t="t" r="r" b="b"/>
              <a:pathLst>
                <a:path w="6003484" h="1190104">
                  <a:moveTo>
                    <a:pt x="0" y="0"/>
                  </a:moveTo>
                  <a:lnTo>
                    <a:pt x="6003484" y="0"/>
                  </a:lnTo>
                  <a:lnTo>
                    <a:pt x="6003484" y="1190104"/>
                  </a:lnTo>
                  <a:lnTo>
                    <a:pt x="0" y="119010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-8286325" y="372534"/>
              <a:ext cx="4258733" cy="687154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400"/>
                </a:lnSpc>
              </a:pPr>
              <a:r>
                <a:rPr lang="zh-CN" altLang="en-US" sz="4500" b="1">
                  <a:solidFill>
                    <a:srgbClr val="5C7CB3"/>
                  </a:solidFill>
                  <a:latin typeface="Noto Sans Bold" panose="020B0802040504020204"/>
                  <a:ea typeface="Noto Sans Bold" panose="020B0802040504020204"/>
                  <a:cs typeface="Noto Sans Bold" panose="020B0802040504020204"/>
                  <a:sym typeface="Noto Sans Bold" panose="020B0802040504020204"/>
                </a:rPr>
                <a:t>交互式思维导图</a:t>
              </a:r>
              <a:endParaRPr lang="zh-CN" altLang="en-US" sz="4500" b="1">
                <a:solidFill>
                  <a:srgbClr val="5C7CB3"/>
                </a:solidFill>
                <a:latin typeface="Noto Sans Bold" panose="020B0802040504020204"/>
                <a:ea typeface="Noto Sans Bold" panose="020B0802040504020204"/>
                <a:cs typeface="Noto Sans Bold" panose="020B0802040504020204"/>
                <a:sym typeface="Noto Sans Bold" panose="020B0802040504020204"/>
              </a:endParaRPr>
            </a:p>
            <a:p>
              <a:pPr algn="ctr">
                <a:lnSpc>
                  <a:spcPts val="5400"/>
                </a:lnSpc>
              </a:pPr>
              <a:r>
                <a:rPr lang="zh-CN" altLang="en-US" sz="4500" b="1">
                  <a:solidFill>
                    <a:srgbClr val="5C7CB3"/>
                  </a:solidFill>
                  <a:latin typeface="Noto Sans Bold" panose="020B0802040504020204"/>
                  <a:ea typeface="Noto Sans Bold" panose="020B0802040504020204"/>
                  <a:cs typeface="Noto Sans Bold" panose="020B0802040504020204"/>
                  <a:sym typeface="Noto Sans Bold" panose="020B0802040504020204"/>
                </a:rPr>
                <a:t>及</a:t>
              </a:r>
              <a:endParaRPr lang="zh-CN" altLang="en-US" sz="4500" b="1">
                <a:solidFill>
                  <a:srgbClr val="5C7CB3"/>
                </a:solidFill>
                <a:latin typeface="Noto Sans Bold" panose="020B0802040504020204"/>
                <a:ea typeface="Noto Sans Bold" panose="020B0802040504020204"/>
                <a:cs typeface="Noto Sans Bold" panose="020B0802040504020204"/>
                <a:sym typeface="Noto Sans Bold" panose="020B0802040504020204"/>
              </a:endParaRPr>
            </a:p>
            <a:p>
              <a:pPr algn="ctr">
                <a:lnSpc>
                  <a:spcPts val="5400"/>
                </a:lnSpc>
              </a:pPr>
              <a:r>
                <a:rPr lang="zh-CN" altLang="en-US" sz="4500" b="1">
                  <a:solidFill>
                    <a:srgbClr val="5C7CB3"/>
                  </a:solidFill>
                  <a:latin typeface="Noto Sans Bold" panose="020B0802040504020204"/>
                  <a:ea typeface="Noto Sans Bold" panose="020B0802040504020204"/>
                  <a:cs typeface="Noto Sans Bold" panose="020B0802040504020204"/>
                  <a:sym typeface="Noto Sans Bold" panose="020B0802040504020204"/>
                </a:rPr>
                <a:t>知识树双</a:t>
              </a:r>
              <a:r>
                <a:rPr lang="zh-CN" altLang="en-US" sz="4500" b="1">
                  <a:solidFill>
                    <a:srgbClr val="5C7CB3"/>
                  </a:solidFill>
                  <a:latin typeface="Noto Sans Bold" panose="020B0802040504020204"/>
                  <a:ea typeface="Noto Sans Bold" panose="020B0802040504020204"/>
                  <a:cs typeface="Noto Sans Bold" panose="020B0802040504020204"/>
                  <a:sym typeface="Noto Sans Bold" panose="020B0802040504020204"/>
                </a:rPr>
                <a:t>视图</a:t>
              </a:r>
              <a:endParaRPr lang="zh-CN" altLang="en-US" sz="4500" b="1">
                <a:solidFill>
                  <a:srgbClr val="5C7CB3"/>
                </a:solidFill>
                <a:latin typeface="Noto Sans Bold" panose="020B0802040504020204"/>
                <a:ea typeface="Noto Sans Bold" panose="020B0802040504020204"/>
                <a:cs typeface="Noto Sans Bold" panose="020B0802040504020204"/>
                <a:sym typeface="Noto Sans Bold" panose="020B0802040504020204"/>
              </a:endParaRP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4905375" y="3326492"/>
            <a:ext cx="8477250" cy="5195542"/>
            <a:chOff x="0" y="0"/>
            <a:chExt cx="11303000" cy="692738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1303000" cy="6927389"/>
            </a:xfrm>
            <a:custGeom>
              <a:avLst/>
              <a:gdLst/>
              <a:ahLst/>
              <a:cxnLst/>
              <a:rect l="l" t="t" r="r" b="b"/>
              <a:pathLst>
                <a:path w="11303000" h="6927389">
                  <a:moveTo>
                    <a:pt x="304800" y="0"/>
                  </a:moveTo>
                  <a:lnTo>
                    <a:pt x="10998200" y="0"/>
                  </a:lnTo>
                  <a:cubicBezTo>
                    <a:pt x="11166475" y="0"/>
                    <a:pt x="11303000" y="116358"/>
                    <a:pt x="11303000" y="259777"/>
                  </a:cubicBezTo>
                  <a:lnTo>
                    <a:pt x="11303000" y="6667612"/>
                  </a:lnTo>
                  <a:cubicBezTo>
                    <a:pt x="11303000" y="6811031"/>
                    <a:pt x="11166475" y="6927389"/>
                    <a:pt x="10998200" y="6927389"/>
                  </a:cubicBezTo>
                  <a:lnTo>
                    <a:pt x="304800" y="6927389"/>
                  </a:lnTo>
                  <a:cubicBezTo>
                    <a:pt x="136525" y="6927389"/>
                    <a:pt x="0" y="6811031"/>
                    <a:pt x="0" y="6667612"/>
                  </a:cubicBezTo>
                  <a:lnTo>
                    <a:pt x="0" y="259777"/>
                  </a:lnTo>
                  <a:cubicBezTo>
                    <a:pt x="0" y="116358"/>
                    <a:pt x="136525" y="0"/>
                    <a:pt x="304800" y="0"/>
                  </a:cubicBezTo>
                  <a:close/>
                </a:path>
              </a:pathLst>
            </a:custGeom>
            <a:solidFill>
              <a:srgbClr val="5C7CB3">
                <a:alpha val="784"/>
              </a:srgbClr>
            </a:solidFill>
          </p:spPr>
        </p:sp>
      </p:grpSp>
      <p:sp>
        <p:nvSpPr>
          <p:cNvPr id="27" name="Freeform 27"/>
          <p:cNvSpPr/>
          <p:nvPr/>
        </p:nvSpPr>
        <p:spPr>
          <a:xfrm>
            <a:off x="7543800" y="2933700"/>
            <a:ext cx="3581400" cy="485140"/>
          </a:xfrm>
          <a:custGeom>
            <a:avLst/>
            <a:gdLst/>
            <a:ahLst/>
            <a:cxnLst/>
            <a:rect l="l" t="t" r="r" b="b"/>
            <a:pathLst>
              <a:path w="5440392" h="737086">
                <a:moveTo>
                  <a:pt x="0" y="0"/>
                </a:moveTo>
                <a:lnTo>
                  <a:pt x="5440392" y="0"/>
                </a:lnTo>
                <a:lnTo>
                  <a:pt x="5440392" y="737086"/>
                </a:lnTo>
                <a:lnTo>
                  <a:pt x="0" y="737086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</p:spPr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90500"/>
            <a:ext cx="7348855" cy="952309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06200" y="342900"/>
            <a:ext cx="6226175" cy="7999730"/>
          </a:xfrm>
          <a:prstGeom prst="rect">
            <a:avLst/>
          </a:prstGeom>
        </p:spPr>
      </p:pic>
      <p:sp>
        <p:nvSpPr>
          <p:cNvPr id="12" name="椭圆 11"/>
          <p:cNvSpPr/>
          <p:nvPr/>
        </p:nvSpPr>
        <p:spPr>
          <a:xfrm>
            <a:off x="7010400" y="1409700"/>
            <a:ext cx="3429000" cy="1219200"/>
          </a:xfrm>
          <a:prstGeom prst="ellipse">
            <a:avLst/>
          </a:prstGeom>
          <a:noFill/>
          <a:ln w="50800"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2" grpId="1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307050" cy="10327005"/>
            <a:chOff x="0" y="0"/>
            <a:chExt cx="24409400" cy="13769340"/>
          </a:xfrm>
        </p:grpSpPr>
        <p:sp>
          <p:nvSpPr>
            <p:cNvPr id="3" name="Freeform 3" descr="https://kimi-img.moonshot.cn/pub/slides/slides_tmpl/image/25-09-04-11:33:16-d2sggv61bb2p4onbonk0.jpg"/>
            <p:cNvSpPr/>
            <p:nvPr/>
          </p:nvSpPr>
          <p:spPr>
            <a:xfrm>
              <a:off x="0" y="0"/>
              <a:ext cx="24409400" cy="13769339"/>
            </a:xfrm>
            <a:custGeom>
              <a:avLst/>
              <a:gdLst/>
              <a:ahLst/>
              <a:cxnLst/>
              <a:rect l="l" t="t" r="r" b="b"/>
              <a:pathLst>
                <a:path w="24409400" h="13769339">
                  <a:moveTo>
                    <a:pt x="0" y="0"/>
                  </a:moveTo>
                  <a:lnTo>
                    <a:pt x="24409400" y="0"/>
                  </a:lnTo>
                  <a:lnTo>
                    <a:pt x="24409400" y="13769339"/>
                  </a:lnTo>
                  <a:lnTo>
                    <a:pt x="0" y="137693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 r="-427" b="-105"/>
              </a:stretch>
            </a:blipFill>
          </p:spPr>
        </p:sp>
      </p:grpSp>
      <p:sp>
        <p:nvSpPr>
          <p:cNvPr id="5" name="Freeform 5"/>
          <p:cNvSpPr/>
          <p:nvPr/>
        </p:nvSpPr>
        <p:spPr>
          <a:xfrm>
            <a:off x="2607945" y="2629535"/>
            <a:ext cx="2432685" cy="685800"/>
          </a:xfrm>
          <a:custGeom>
            <a:avLst/>
            <a:gdLst/>
            <a:ahLst/>
            <a:cxnLst/>
            <a:rect l="l" t="t" r="r" b="b"/>
            <a:pathLst>
              <a:path w="3243537" h="914400">
                <a:moveTo>
                  <a:pt x="0" y="0"/>
                </a:moveTo>
                <a:lnTo>
                  <a:pt x="3243537" y="0"/>
                </a:lnTo>
                <a:lnTo>
                  <a:pt x="3243537" y="914400"/>
                </a:lnTo>
                <a:lnTo>
                  <a:pt x="0" y="9144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</p:spPr>
      </p:sp>
      <p:sp>
        <p:nvSpPr>
          <p:cNvPr id="30" name="Freeform 30"/>
          <p:cNvSpPr/>
          <p:nvPr/>
        </p:nvSpPr>
        <p:spPr>
          <a:xfrm>
            <a:off x="12725280" y="571738"/>
            <a:ext cx="4953635" cy="9170195"/>
          </a:xfrm>
          <a:custGeom>
            <a:avLst/>
            <a:gdLst/>
            <a:ahLst/>
            <a:cxnLst/>
            <a:rect l="l" t="t" r="r" b="b"/>
            <a:pathLst>
              <a:path w="4953635" h="9170195">
                <a:moveTo>
                  <a:pt x="0" y="0"/>
                </a:moveTo>
                <a:lnTo>
                  <a:pt x="4953635" y="0"/>
                </a:lnTo>
                <a:lnTo>
                  <a:pt x="4953635" y="9170194"/>
                </a:lnTo>
                <a:lnTo>
                  <a:pt x="0" y="91701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03" b="-603"/>
            </a:stretch>
          </a:blipFill>
        </p:spPr>
      </p:sp>
      <p:sp>
        <p:nvSpPr>
          <p:cNvPr id="32" name="Freeform 32"/>
          <p:cNvSpPr/>
          <p:nvPr/>
        </p:nvSpPr>
        <p:spPr>
          <a:xfrm>
            <a:off x="1289050" y="1306830"/>
            <a:ext cx="5346700" cy="941705"/>
          </a:xfrm>
          <a:custGeom>
            <a:avLst/>
            <a:gdLst/>
            <a:ahLst/>
            <a:cxnLst/>
            <a:rect l="l" t="t" r="r" b="b"/>
            <a:pathLst>
              <a:path w="7129312" h="1255452">
                <a:moveTo>
                  <a:pt x="0" y="0"/>
                </a:moveTo>
                <a:lnTo>
                  <a:pt x="7129312" y="0"/>
                </a:lnTo>
                <a:lnTo>
                  <a:pt x="7129312" y="1255452"/>
                </a:lnTo>
                <a:lnTo>
                  <a:pt x="0" y="1255452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</p:spPr>
      </p:sp>
      <p:pic>
        <p:nvPicPr>
          <p:cNvPr id="56" name="图片 5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2400" y="3162300"/>
            <a:ext cx="8481060" cy="3001010"/>
          </a:xfrm>
          <a:prstGeom prst="rect">
            <a:avLst/>
          </a:prstGeom>
        </p:spPr>
      </p:pic>
      <p:sp>
        <p:nvSpPr>
          <p:cNvPr id="57" name="椭圆 56"/>
          <p:cNvSpPr/>
          <p:nvPr/>
        </p:nvSpPr>
        <p:spPr>
          <a:xfrm>
            <a:off x="7620000" y="3162300"/>
            <a:ext cx="1447800" cy="1371600"/>
          </a:xfrm>
          <a:prstGeom prst="ellipse">
            <a:avLst/>
          </a:prstGeom>
          <a:noFill/>
          <a:ln w="50800"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8" name="TextBox 6"/>
          <p:cNvSpPr txBox="1"/>
          <p:nvPr/>
        </p:nvSpPr>
        <p:spPr>
          <a:xfrm>
            <a:off x="609288" y="1943223"/>
            <a:ext cx="3194050" cy="5153660"/>
          </a:xfrm>
          <a:prstGeom prst="rect">
            <a:avLst/>
          </a:prstGeom>
        </p:spPr>
        <p:txBody>
          <a:bodyPr lIns="0" tIns="0" rIns="0" bIns="0" rtlCol="0" anchor="ctr"/>
          <a:p>
            <a:pPr algn="ctr">
              <a:lnSpc>
                <a:spcPts val="5400"/>
              </a:lnSpc>
            </a:pPr>
            <a:r>
              <a:rPr lang="zh-CN" altLang="en-US" sz="4500" b="1">
                <a:solidFill>
                  <a:srgbClr val="5C7CB3"/>
                </a:solidFill>
                <a:latin typeface="Noto Sans Bold" panose="020B0802040504020204"/>
                <a:ea typeface="Noto Sans Bold" panose="020B0802040504020204"/>
                <a:cs typeface="Noto Sans Bold" panose="020B0802040504020204"/>
                <a:sym typeface="Noto Sans Bold" panose="020B0802040504020204"/>
              </a:rPr>
              <a:t>交互式思维导图</a:t>
            </a:r>
            <a:endParaRPr lang="zh-CN" altLang="en-US" sz="4500" b="1">
              <a:solidFill>
                <a:srgbClr val="5C7CB3"/>
              </a:solidFill>
              <a:latin typeface="Noto Sans Bold" panose="020B0802040504020204"/>
              <a:ea typeface="Noto Sans Bold" panose="020B0802040504020204"/>
              <a:cs typeface="Noto Sans Bold" panose="020B0802040504020204"/>
              <a:sym typeface="Noto Sans Bold" panose="020B0802040504020204"/>
            </a:endParaRPr>
          </a:p>
          <a:p>
            <a:pPr algn="ctr">
              <a:lnSpc>
                <a:spcPts val="5400"/>
              </a:lnSpc>
            </a:pPr>
            <a:r>
              <a:rPr lang="zh-CN" altLang="en-US" sz="4500" b="1">
                <a:solidFill>
                  <a:srgbClr val="5C7CB3"/>
                </a:solidFill>
                <a:latin typeface="Noto Sans Bold" panose="020B0802040504020204"/>
                <a:ea typeface="Noto Sans Bold" panose="020B0802040504020204"/>
                <a:cs typeface="Noto Sans Bold" panose="020B0802040504020204"/>
                <a:sym typeface="Noto Sans Bold" panose="020B0802040504020204"/>
              </a:rPr>
              <a:t>及</a:t>
            </a:r>
            <a:endParaRPr lang="zh-CN" altLang="en-US" sz="4500" b="1">
              <a:solidFill>
                <a:srgbClr val="5C7CB3"/>
              </a:solidFill>
              <a:latin typeface="Noto Sans Bold" panose="020B0802040504020204"/>
              <a:ea typeface="Noto Sans Bold" panose="020B0802040504020204"/>
              <a:cs typeface="Noto Sans Bold" panose="020B0802040504020204"/>
              <a:sym typeface="Noto Sans Bold" panose="020B0802040504020204"/>
            </a:endParaRPr>
          </a:p>
          <a:p>
            <a:pPr algn="ctr">
              <a:lnSpc>
                <a:spcPts val="5400"/>
              </a:lnSpc>
            </a:pPr>
            <a:r>
              <a:rPr lang="zh-CN" altLang="en-US" sz="4500" b="1">
                <a:solidFill>
                  <a:srgbClr val="5C7CB3"/>
                </a:solidFill>
                <a:latin typeface="Noto Sans Bold" panose="020B0802040504020204"/>
                <a:ea typeface="Noto Sans Bold" panose="020B0802040504020204"/>
                <a:cs typeface="Noto Sans Bold" panose="020B0802040504020204"/>
                <a:sym typeface="Noto Sans Bold" panose="020B0802040504020204"/>
              </a:rPr>
              <a:t>知识树双</a:t>
            </a:r>
            <a:r>
              <a:rPr lang="zh-CN" altLang="en-US" sz="4500" b="1">
                <a:solidFill>
                  <a:srgbClr val="5C7CB3"/>
                </a:solidFill>
                <a:latin typeface="Noto Sans Bold" panose="020B0802040504020204"/>
                <a:ea typeface="Noto Sans Bold" panose="020B0802040504020204"/>
                <a:cs typeface="Noto Sans Bold" panose="020B0802040504020204"/>
                <a:sym typeface="Noto Sans Bold" panose="020B0802040504020204"/>
              </a:rPr>
              <a:t>视图</a:t>
            </a:r>
            <a:endParaRPr lang="zh-CN" altLang="en-US" sz="4500" b="1">
              <a:solidFill>
                <a:srgbClr val="5C7CB3"/>
              </a:solidFill>
              <a:latin typeface="Noto Sans Bold" panose="020B0802040504020204"/>
              <a:ea typeface="Noto Sans Bold" panose="020B0802040504020204"/>
              <a:cs typeface="Noto Sans Bold" panose="020B0802040504020204"/>
              <a:sym typeface="Noto Sans Bold" panose="020B0802040504020204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 bldLvl="0" animBg="1"/>
      <p:bldP spid="57" grpId="1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38100"/>
            <a:ext cx="18288000" cy="10287000"/>
            <a:chOff x="0" y="0"/>
            <a:chExt cx="24384000" cy="13716000"/>
          </a:xfrm>
        </p:grpSpPr>
        <p:sp>
          <p:nvSpPr>
            <p:cNvPr id="3" name="Freeform 3" descr="https://kimi-img.moonshot.cn/pub/slides/slides_tmpl/image/25-09-04-11:33:06-d2sggsm1bb2p4onbon10.jp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/>
              </a:stretch>
            </a:blipFill>
          </p:spPr>
        </p:sp>
      </p:grp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0" y="3703320"/>
            <a:ext cx="7774305" cy="2752725"/>
            <a:chOff x="0" y="0"/>
            <a:chExt cx="10365740" cy="3670300"/>
          </a:xfrm>
        </p:grpSpPr>
        <p:sp>
          <p:nvSpPr>
            <p:cNvPr id="5" name="Freeform 5" descr="https://kimi-img.moonshot.cn/pub/slides/slides_tmpl/image/25-09-04-11:33:05-d2sggse1bb2p4onbomv0.png"/>
            <p:cNvSpPr/>
            <p:nvPr/>
          </p:nvSpPr>
          <p:spPr>
            <a:xfrm>
              <a:off x="0" y="0"/>
              <a:ext cx="10365740" cy="3670300"/>
            </a:xfrm>
            <a:custGeom>
              <a:avLst/>
              <a:gdLst/>
              <a:ahLst/>
              <a:cxnLst/>
              <a:rect l="l" t="t" r="r" b="b"/>
              <a:pathLst>
                <a:path w="10365740" h="3670300">
                  <a:moveTo>
                    <a:pt x="0" y="0"/>
                  </a:moveTo>
                  <a:lnTo>
                    <a:pt x="10365740" y="0"/>
                  </a:lnTo>
                  <a:lnTo>
                    <a:pt x="10365740" y="3670300"/>
                  </a:lnTo>
                  <a:lnTo>
                    <a:pt x="0" y="3670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62" b="-62"/>
              </a:stretch>
            </a:blipFill>
          </p:spPr>
        </p:sp>
      </p:grpSp>
      <p:grpSp>
        <p:nvGrpSpPr>
          <p:cNvPr id="10" name="Group 10"/>
          <p:cNvGrpSpPr>
            <a:grpSpLocks noChangeAspect="1"/>
          </p:cNvGrpSpPr>
          <p:nvPr/>
        </p:nvGrpSpPr>
        <p:grpSpPr>
          <a:xfrm rot="-5400000">
            <a:off x="15998190" y="-12383"/>
            <a:ext cx="394335" cy="1755457"/>
            <a:chOff x="0" y="0"/>
            <a:chExt cx="525780" cy="2340610"/>
          </a:xfrm>
        </p:grpSpPr>
        <p:sp>
          <p:nvSpPr>
            <p:cNvPr id="11" name="Freeform 11" descr="https://kimi-img.moonshot.cn/pub/slides/slides_tmpl/image/25-09-04-11:33:04-d2sggs61bb2p4onbomu0.png"/>
            <p:cNvSpPr/>
            <p:nvPr/>
          </p:nvSpPr>
          <p:spPr>
            <a:xfrm>
              <a:off x="0" y="0"/>
              <a:ext cx="525780" cy="2340610"/>
            </a:xfrm>
            <a:custGeom>
              <a:avLst/>
              <a:gdLst/>
              <a:ahLst/>
              <a:cxnLst/>
              <a:rect l="l" t="t" r="r" b="b"/>
              <a:pathLst>
                <a:path w="525780" h="2340610">
                  <a:moveTo>
                    <a:pt x="0" y="0"/>
                  </a:moveTo>
                  <a:lnTo>
                    <a:pt x="525780" y="0"/>
                  </a:lnTo>
                  <a:lnTo>
                    <a:pt x="525780" y="2340610"/>
                  </a:lnTo>
                  <a:lnTo>
                    <a:pt x="0" y="23406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40000"/>
              </a:blip>
              <a:stretch>
                <a:fillRect l="-261" r="-261"/>
              </a:stretch>
            </a:blipFill>
          </p:spPr>
        </p:sp>
      </p:grpSp>
      <p:grpSp>
        <p:nvGrpSpPr>
          <p:cNvPr id="38" name="组合 37"/>
          <p:cNvGrpSpPr/>
          <p:nvPr/>
        </p:nvGrpSpPr>
        <p:grpSpPr>
          <a:xfrm>
            <a:off x="11156950" y="2925445"/>
            <a:ext cx="4936490" cy="4399915"/>
            <a:chOff x="16797" y="4793"/>
            <a:chExt cx="7774" cy="6929"/>
          </a:xfrm>
        </p:grpSpPr>
        <p:grpSp>
          <p:nvGrpSpPr>
            <p:cNvPr id="6" name="Group 6"/>
            <p:cNvGrpSpPr>
              <a:grpSpLocks noChangeAspect="1"/>
            </p:cNvGrpSpPr>
            <p:nvPr/>
          </p:nvGrpSpPr>
          <p:grpSpPr>
            <a:xfrm>
              <a:off x="16797" y="7702"/>
              <a:ext cx="4020" cy="4020"/>
              <a:chOff x="0" y="0"/>
              <a:chExt cx="3403600" cy="3403600"/>
            </a:xfrm>
          </p:grpSpPr>
          <p:sp>
            <p:nvSpPr>
              <p:cNvPr id="7" name="Freeform 7" descr="https://kimi-img.moonshot.cn/pub/slides/slides_tmpl/image/25-09-04-11:33:05-d2sggse1bb2p4onbomvg.png"/>
              <p:cNvSpPr/>
              <p:nvPr/>
            </p:nvSpPr>
            <p:spPr>
              <a:xfrm>
                <a:off x="0" y="0"/>
                <a:ext cx="3403600" cy="3403600"/>
              </a:xfrm>
              <a:custGeom>
                <a:avLst/>
                <a:gdLst/>
                <a:ahLst/>
                <a:cxnLst/>
                <a:rect l="l" t="t" r="r" b="b"/>
                <a:pathLst>
                  <a:path w="3403600" h="3403600">
                    <a:moveTo>
                      <a:pt x="0" y="0"/>
                    </a:moveTo>
                    <a:lnTo>
                      <a:pt x="3403600" y="0"/>
                    </a:lnTo>
                    <a:lnTo>
                      <a:pt x="3403600" y="3403600"/>
                    </a:lnTo>
                    <a:lnTo>
                      <a:pt x="0" y="34036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/>
                </a:stretch>
              </a:blipFill>
            </p:spPr>
          </p:sp>
        </p:grpSp>
        <p:grpSp>
          <p:nvGrpSpPr>
            <p:cNvPr id="8" name="Group 8"/>
            <p:cNvGrpSpPr>
              <a:grpSpLocks noChangeAspect="1"/>
            </p:cNvGrpSpPr>
            <p:nvPr/>
          </p:nvGrpSpPr>
          <p:grpSpPr>
            <a:xfrm>
              <a:off x="17979" y="4793"/>
              <a:ext cx="6593" cy="6615"/>
              <a:chOff x="0" y="0"/>
              <a:chExt cx="5581650" cy="5600700"/>
            </a:xfrm>
          </p:grpSpPr>
          <p:sp>
            <p:nvSpPr>
              <p:cNvPr id="9" name="Freeform 9" descr="https://kimi-img.moonshot.cn/pub/slides/slides_tmpl/image/25-09-04-11:33:06-d2sggsm1bb2p4onbon0g.png"/>
              <p:cNvSpPr/>
              <p:nvPr/>
            </p:nvSpPr>
            <p:spPr>
              <a:xfrm>
                <a:off x="0" y="0"/>
                <a:ext cx="5581650" cy="5600700"/>
              </a:xfrm>
              <a:custGeom>
                <a:avLst/>
                <a:gdLst/>
                <a:ahLst/>
                <a:cxnLst/>
                <a:rect l="l" t="t" r="r" b="b"/>
                <a:pathLst>
                  <a:path w="5581650" h="5600700">
                    <a:moveTo>
                      <a:pt x="0" y="0"/>
                    </a:moveTo>
                    <a:lnTo>
                      <a:pt x="5581650" y="0"/>
                    </a:lnTo>
                    <a:lnTo>
                      <a:pt x="5581650" y="5600700"/>
                    </a:lnTo>
                    <a:lnTo>
                      <a:pt x="0" y="56007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/>
                </a:stretch>
              </a:blipFill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19507" y="6343"/>
              <a:ext cx="3536" cy="30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00"/>
                </a:lnSpc>
              </a:pPr>
              <a:r>
                <a:rPr lang="en-US" sz="12750" dirty="0">
                  <a:solidFill>
                    <a:srgbClr val="F2F7FA"/>
                  </a:solidFill>
                  <a:latin typeface="Noto Sans" panose="020B0502040504020204"/>
                  <a:ea typeface="Noto Sans" panose="020B0502040504020204"/>
                  <a:cs typeface="Noto Sans" panose="020B0502040504020204"/>
                  <a:sym typeface="Noto Sans" panose="020B0502040504020204"/>
                </a:rPr>
                <a:t>05</a:t>
              </a:r>
              <a:endParaRPr lang="en-US" sz="12750" dirty="0">
                <a:solidFill>
                  <a:srgbClr val="F2F7FA"/>
                </a:solidFill>
                <a:latin typeface="Noto Sans" panose="020B0502040504020204"/>
                <a:ea typeface="Noto Sans" panose="020B0502040504020204"/>
                <a:cs typeface="Noto Sans" panose="020B0502040504020204"/>
                <a:sym typeface="Noto Sans" panose="020B0502040504020204"/>
              </a:endParaRP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067117" y="4691380"/>
            <a:ext cx="11471910" cy="784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20"/>
              </a:lnSpc>
            </a:pPr>
            <a:r>
              <a:rPr lang="en-US" sz="5100">
                <a:solidFill>
                  <a:srgbClr val="0D0D0D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应用场景</a:t>
            </a:r>
            <a:endParaRPr lang="en-US" sz="5100">
              <a:solidFill>
                <a:srgbClr val="0D0D0D"/>
              </a:solidFill>
              <a:latin typeface="Arimo" panose="020B0604020202020204"/>
              <a:ea typeface="Arimo" panose="020B0604020202020204"/>
              <a:cs typeface="Arimo" panose="020B0604020202020204"/>
              <a:sym typeface="Arimo" panose="020B0604020202020204"/>
            </a:endParaRPr>
          </a:p>
        </p:txBody>
      </p:sp>
      <p:grpSp>
        <p:nvGrpSpPr>
          <p:cNvPr id="14" name="Group 14"/>
          <p:cNvGrpSpPr/>
          <p:nvPr/>
        </p:nvGrpSpPr>
        <p:grpSpPr>
          <a:xfrm>
            <a:off x="13970677" y="9491705"/>
            <a:ext cx="3109912" cy="14288"/>
            <a:chOff x="0" y="0"/>
            <a:chExt cx="4146550" cy="19050"/>
          </a:xfrm>
        </p:grpSpPr>
        <p:sp>
          <p:nvSpPr>
            <p:cNvPr id="15" name="Freeform 15"/>
            <p:cNvSpPr/>
            <p:nvPr/>
          </p:nvSpPr>
          <p:spPr>
            <a:xfrm>
              <a:off x="9525" y="0"/>
              <a:ext cx="4127500" cy="19050"/>
            </a:xfrm>
            <a:custGeom>
              <a:avLst/>
              <a:gdLst/>
              <a:ahLst/>
              <a:cxnLst/>
              <a:rect l="l" t="t" r="r" b="b"/>
              <a:pathLst>
                <a:path w="4127500" h="19050">
                  <a:moveTo>
                    <a:pt x="0" y="0"/>
                  </a:moveTo>
                  <a:lnTo>
                    <a:pt x="4127500" y="0"/>
                  </a:lnTo>
                  <a:lnTo>
                    <a:pt x="41275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000000">
                <a:alpha val="4706"/>
              </a:srgbClr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854698" y="737850"/>
            <a:ext cx="333009" cy="82396"/>
            <a:chOff x="0" y="0"/>
            <a:chExt cx="444012" cy="109862"/>
          </a:xfrm>
        </p:grpSpPr>
        <p:sp>
          <p:nvSpPr>
            <p:cNvPr id="17" name="Freeform 17"/>
            <p:cNvSpPr/>
            <p:nvPr/>
          </p:nvSpPr>
          <p:spPr>
            <a:xfrm>
              <a:off x="12700" y="12700"/>
              <a:ext cx="418592" cy="84455"/>
            </a:xfrm>
            <a:custGeom>
              <a:avLst/>
              <a:gdLst/>
              <a:ahLst/>
              <a:cxnLst/>
              <a:rect l="l" t="t" r="r" b="b"/>
              <a:pathLst>
                <a:path w="418592" h="84455">
                  <a:moveTo>
                    <a:pt x="0" y="0"/>
                  </a:moveTo>
                  <a:lnTo>
                    <a:pt x="418592" y="0"/>
                  </a:lnTo>
                  <a:lnTo>
                    <a:pt x="418592" y="84455"/>
                  </a:lnTo>
                  <a:lnTo>
                    <a:pt x="0" y="84455"/>
                  </a:lnTo>
                  <a:close/>
                </a:path>
              </a:pathLst>
            </a:custGeom>
            <a:solidFill>
              <a:srgbClr val="92ABDF"/>
            </a:solidFill>
          </p:spPr>
        </p:sp>
        <p:sp>
          <p:nvSpPr>
            <p:cNvPr id="18" name="Freeform 18"/>
            <p:cNvSpPr/>
            <p:nvPr/>
          </p:nvSpPr>
          <p:spPr>
            <a:xfrm>
              <a:off x="0" y="0"/>
              <a:ext cx="443992" cy="109855"/>
            </a:xfrm>
            <a:custGeom>
              <a:avLst/>
              <a:gdLst/>
              <a:ahLst/>
              <a:cxnLst/>
              <a:rect l="l" t="t" r="r" b="b"/>
              <a:pathLst>
                <a:path w="443992" h="109855">
                  <a:moveTo>
                    <a:pt x="12700" y="0"/>
                  </a:moveTo>
                  <a:lnTo>
                    <a:pt x="431292" y="0"/>
                  </a:lnTo>
                  <a:cubicBezTo>
                    <a:pt x="438277" y="0"/>
                    <a:pt x="443992" y="5715"/>
                    <a:pt x="443992" y="12700"/>
                  </a:cubicBezTo>
                  <a:lnTo>
                    <a:pt x="443992" y="97155"/>
                  </a:lnTo>
                  <a:cubicBezTo>
                    <a:pt x="443992" y="104140"/>
                    <a:pt x="438277" y="109855"/>
                    <a:pt x="431292" y="109855"/>
                  </a:cubicBezTo>
                  <a:lnTo>
                    <a:pt x="12700" y="109855"/>
                  </a:lnTo>
                  <a:cubicBezTo>
                    <a:pt x="5715" y="109855"/>
                    <a:pt x="0" y="104140"/>
                    <a:pt x="0" y="97155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97155"/>
                  </a:lnTo>
                  <a:lnTo>
                    <a:pt x="12700" y="97155"/>
                  </a:lnTo>
                  <a:lnTo>
                    <a:pt x="12700" y="84455"/>
                  </a:lnTo>
                  <a:lnTo>
                    <a:pt x="431292" y="84455"/>
                  </a:lnTo>
                  <a:lnTo>
                    <a:pt x="431292" y="97155"/>
                  </a:lnTo>
                  <a:lnTo>
                    <a:pt x="418592" y="97155"/>
                  </a:lnTo>
                  <a:lnTo>
                    <a:pt x="418592" y="12700"/>
                  </a:lnTo>
                  <a:lnTo>
                    <a:pt x="431292" y="12700"/>
                  </a:lnTo>
                  <a:lnTo>
                    <a:pt x="431292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92ABDF"/>
            </a:solidFill>
          </p:spPr>
        </p:sp>
      </p:grpSp>
      <p:grpSp>
        <p:nvGrpSpPr>
          <p:cNvPr id="19" name="Group 19"/>
          <p:cNvGrpSpPr/>
          <p:nvPr/>
        </p:nvGrpSpPr>
        <p:grpSpPr>
          <a:xfrm>
            <a:off x="854698" y="883311"/>
            <a:ext cx="333009" cy="82396"/>
            <a:chOff x="0" y="0"/>
            <a:chExt cx="444012" cy="109862"/>
          </a:xfrm>
        </p:grpSpPr>
        <p:sp>
          <p:nvSpPr>
            <p:cNvPr id="20" name="Freeform 20"/>
            <p:cNvSpPr/>
            <p:nvPr/>
          </p:nvSpPr>
          <p:spPr>
            <a:xfrm>
              <a:off x="12700" y="12700"/>
              <a:ext cx="418592" cy="84455"/>
            </a:xfrm>
            <a:custGeom>
              <a:avLst/>
              <a:gdLst/>
              <a:ahLst/>
              <a:cxnLst/>
              <a:rect l="l" t="t" r="r" b="b"/>
              <a:pathLst>
                <a:path w="418592" h="84455">
                  <a:moveTo>
                    <a:pt x="0" y="0"/>
                  </a:moveTo>
                  <a:lnTo>
                    <a:pt x="418592" y="0"/>
                  </a:lnTo>
                  <a:lnTo>
                    <a:pt x="418592" y="84455"/>
                  </a:lnTo>
                  <a:lnTo>
                    <a:pt x="0" y="84455"/>
                  </a:lnTo>
                  <a:close/>
                </a:path>
              </a:pathLst>
            </a:custGeom>
            <a:solidFill>
              <a:srgbClr val="92ABDF"/>
            </a:solidFill>
          </p:spPr>
        </p:sp>
        <p:sp>
          <p:nvSpPr>
            <p:cNvPr id="21" name="Freeform 21"/>
            <p:cNvSpPr/>
            <p:nvPr/>
          </p:nvSpPr>
          <p:spPr>
            <a:xfrm>
              <a:off x="0" y="0"/>
              <a:ext cx="443992" cy="109855"/>
            </a:xfrm>
            <a:custGeom>
              <a:avLst/>
              <a:gdLst/>
              <a:ahLst/>
              <a:cxnLst/>
              <a:rect l="l" t="t" r="r" b="b"/>
              <a:pathLst>
                <a:path w="443992" h="109855">
                  <a:moveTo>
                    <a:pt x="12700" y="0"/>
                  </a:moveTo>
                  <a:lnTo>
                    <a:pt x="431292" y="0"/>
                  </a:lnTo>
                  <a:cubicBezTo>
                    <a:pt x="438277" y="0"/>
                    <a:pt x="443992" y="5715"/>
                    <a:pt x="443992" y="12700"/>
                  </a:cubicBezTo>
                  <a:lnTo>
                    <a:pt x="443992" y="97155"/>
                  </a:lnTo>
                  <a:cubicBezTo>
                    <a:pt x="443992" y="104140"/>
                    <a:pt x="438277" y="109855"/>
                    <a:pt x="431292" y="109855"/>
                  </a:cubicBezTo>
                  <a:lnTo>
                    <a:pt x="12700" y="109855"/>
                  </a:lnTo>
                  <a:cubicBezTo>
                    <a:pt x="5715" y="109855"/>
                    <a:pt x="0" y="104140"/>
                    <a:pt x="0" y="97155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97155"/>
                  </a:lnTo>
                  <a:lnTo>
                    <a:pt x="12700" y="97155"/>
                  </a:lnTo>
                  <a:lnTo>
                    <a:pt x="12700" y="84455"/>
                  </a:lnTo>
                  <a:lnTo>
                    <a:pt x="431292" y="84455"/>
                  </a:lnTo>
                  <a:lnTo>
                    <a:pt x="431292" y="97155"/>
                  </a:lnTo>
                  <a:lnTo>
                    <a:pt x="418592" y="97155"/>
                  </a:lnTo>
                  <a:lnTo>
                    <a:pt x="418592" y="12700"/>
                  </a:lnTo>
                  <a:lnTo>
                    <a:pt x="431292" y="12700"/>
                  </a:lnTo>
                  <a:lnTo>
                    <a:pt x="431292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92ABDF"/>
            </a:solidFill>
          </p:spPr>
        </p:sp>
      </p:grpSp>
      <p:grpSp>
        <p:nvGrpSpPr>
          <p:cNvPr id="22" name="Group 22"/>
          <p:cNvGrpSpPr/>
          <p:nvPr/>
        </p:nvGrpSpPr>
        <p:grpSpPr>
          <a:xfrm>
            <a:off x="854698" y="1028772"/>
            <a:ext cx="333009" cy="82396"/>
            <a:chOff x="0" y="0"/>
            <a:chExt cx="444012" cy="109862"/>
          </a:xfrm>
        </p:grpSpPr>
        <p:sp>
          <p:nvSpPr>
            <p:cNvPr id="23" name="Freeform 23"/>
            <p:cNvSpPr/>
            <p:nvPr/>
          </p:nvSpPr>
          <p:spPr>
            <a:xfrm>
              <a:off x="12700" y="12700"/>
              <a:ext cx="418592" cy="84455"/>
            </a:xfrm>
            <a:custGeom>
              <a:avLst/>
              <a:gdLst/>
              <a:ahLst/>
              <a:cxnLst/>
              <a:rect l="l" t="t" r="r" b="b"/>
              <a:pathLst>
                <a:path w="418592" h="84455">
                  <a:moveTo>
                    <a:pt x="0" y="0"/>
                  </a:moveTo>
                  <a:lnTo>
                    <a:pt x="418592" y="0"/>
                  </a:lnTo>
                  <a:lnTo>
                    <a:pt x="418592" y="84455"/>
                  </a:lnTo>
                  <a:lnTo>
                    <a:pt x="0" y="84455"/>
                  </a:lnTo>
                  <a:close/>
                </a:path>
              </a:pathLst>
            </a:custGeom>
            <a:solidFill>
              <a:srgbClr val="92ABDF"/>
            </a:solidFill>
          </p:spPr>
        </p:sp>
        <p:sp>
          <p:nvSpPr>
            <p:cNvPr id="24" name="Freeform 24"/>
            <p:cNvSpPr/>
            <p:nvPr/>
          </p:nvSpPr>
          <p:spPr>
            <a:xfrm>
              <a:off x="0" y="0"/>
              <a:ext cx="443992" cy="109855"/>
            </a:xfrm>
            <a:custGeom>
              <a:avLst/>
              <a:gdLst/>
              <a:ahLst/>
              <a:cxnLst/>
              <a:rect l="l" t="t" r="r" b="b"/>
              <a:pathLst>
                <a:path w="443992" h="109855">
                  <a:moveTo>
                    <a:pt x="12700" y="0"/>
                  </a:moveTo>
                  <a:lnTo>
                    <a:pt x="431292" y="0"/>
                  </a:lnTo>
                  <a:cubicBezTo>
                    <a:pt x="438277" y="0"/>
                    <a:pt x="443992" y="5715"/>
                    <a:pt x="443992" y="12700"/>
                  </a:cubicBezTo>
                  <a:lnTo>
                    <a:pt x="443992" y="97155"/>
                  </a:lnTo>
                  <a:cubicBezTo>
                    <a:pt x="443992" y="104140"/>
                    <a:pt x="438277" y="109855"/>
                    <a:pt x="431292" y="109855"/>
                  </a:cubicBezTo>
                  <a:lnTo>
                    <a:pt x="12700" y="109855"/>
                  </a:lnTo>
                  <a:cubicBezTo>
                    <a:pt x="5715" y="109855"/>
                    <a:pt x="0" y="104140"/>
                    <a:pt x="0" y="97155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97155"/>
                  </a:lnTo>
                  <a:lnTo>
                    <a:pt x="12700" y="97155"/>
                  </a:lnTo>
                  <a:lnTo>
                    <a:pt x="12700" y="84455"/>
                  </a:lnTo>
                  <a:lnTo>
                    <a:pt x="431292" y="84455"/>
                  </a:lnTo>
                  <a:lnTo>
                    <a:pt x="431292" y="97155"/>
                  </a:lnTo>
                  <a:lnTo>
                    <a:pt x="418592" y="97155"/>
                  </a:lnTo>
                  <a:lnTo>
                    <a:pt x="418592" y="12700"/>
                  </a:lnTo>
                  <a:lnTo>
                    <a:pt x="431292" y="12700"/>
                  </a:lnTo>
                  <a:lnTo>
                    <a:pt x="431292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92ABDF"/>
            </a:solidFill>
          </p:spPr>
        </p:sp>
      </p:grpSp>
      <p:grpSp>
        <p:nvGrpSpPr>
          <p:cNvPr id="25" name="Group 25"/>
          <p:cNvGrpSpPr/>
          <p:nvPr/>
        </p:nvGrpSpPr>
        <p:grpSpPr>
          <a:xfrm>
            <a:off x="782811" y="9200778"/>
            <a:ext cx="342534" cy="91922"/>
            <a:chOff x="0" y="0"/>
            <a:chExt cx="456712" cy="122562"/>
          </a:xfrm>
        </p:grpSpPr>
        <p:sp>
          <p:nvSpPr>
            <p:cNvPr id="26" name="Freeform 26"/>
            <p:cNvSpPr/>
            <p:nvPr/>
          </p:nvSpPr>
          <p:spPr>
            <a:xfrm>
              <a:off x="19050" y="19050"/>
              <a:ext cx="418592" cy="84455"/>
            </a:xfrm>
            <a:custGeom>
              <a:avLst/>
              <a:gdLst/>
              <a:ahLst/>
              <a:cxnLst/>
              <a:rect l="l" t="t" r="r" b="b"/>
              <a:pathLst>
                <a:path w="418592" h="84455">
                  <a:moveTo>
                    <a:pt x="0" y="0"/>
                  </a:moveTo>
                  <a:lnTo>
                    <a:pt x="418592" y="0"/>
                  </a:lnTo>
                  <a:lnTo>
                    <a:pt x="418592" y="84455"/>
                  </a:lnTo>
                  <a:lnTo>
                    <a:pt x="0" y="84455"/>
                  </a:lnTo>
                  <a:close/>
                </a:path>
              </a:pathLst>
            </a:custGeom>
            <a:solidFill>
              <a:srgbClr val="92ABDF"/>
            </a:solidFill>
          </p:spPr>
        </p:sp>
        <p:sp>
          <p:nvSpPr>
            <p:cNvPr id="27" name="Freeform 27"/>
            <p:cNvSpPr/>
            <p:nvPr/>
          </p:nvSpPr>
          <p:spPr>
            <a:xfrm>
              <a:off x="0" y="0"/>
              <a:ext cx="456692" cy="122555"/>
            </a:xfrm>
            <a:custGeom>
              <a:avLst/>
              <a:gdLst/>
              <a:ahLst/>
              <a:cxnLst/>
              <a:rect l="l" t="t" r="r" b="b"/>
              <a:pathLst>
                <a:path w="456692" h="122555">
                  <a:moveTo>
                    <a:pt x="19050" y="0"/>
                  </a:moveTo>
                  <a:lnTo>
                    <a:pt x="437642" y="0"/>
                  </a:lnTo>
                  <a:cubicBezTo>
                    <a:pt x="448183" y="0"/>
                    <a:pt x="456692" y="8509"/>
                    <a:pt x="456692" y="19050"/>
                  </a:cubicBezTo>
                  <a:lnTo>
                    <a:pt x="456692" y="103505"/>
                  </a:lnTo>
                  <a:cubicBezTo>
                    <a:pt x="456692" y="114046"/>
                    <a:pt x="448183" y="122555"/>
                    <a:pt x="437642" y="122555"/>
                  </a:cubicBezTo>
                  <a:lnTo>
                    <a:pt x="19050" y="122555"/>
                  </a:lnTo>
                  <a:cubicBezTo>
                    <a:pt x="8509" y="122555"/>
                    <a:pt x="0" y="114046"/>
                    <a:pt x="0" y="103505"/>
                  </a:cubicBezTo>
                  <a:lnTo>
                    <a:pt x="0" y="19050"/>
                  </a:lnTo>
                  <a:cubicBezTo>
                    <a:pt x="0" y="8509"/>
                    <a:pt x="8509" y="0"/>
                    <a:pt x="19050" y="0"/>
                  </a:cubicBezTo>
                  <a:moveTo>
                    <a:pt x="19050" y="38100"/>
                  </a:moveTo>
                  <a:lnTo>
                    <a:pt x="19050" y="19050"/>
                  </a:lnTo>
                  <a:lnTo>
                    <a:pt x="38100" y="19050"/>
                  </a:lnTo>
                  <a:lnTo>
                    <a:pt x="38100" y="103505"/>
                  </a:lnTo>
                  <a:lnTo>
                    <a:pt x="19050" y="103505"/>
                  </a:lnTo>
                  <a:lnTo>
                    <a:pt x="19050" y="84455"/>
                  </a:lnTo>
                  <a:lnTo>
                    <a:pt x="437642" y="84455"/>
                  </a:lnTo>
                  <a:lnTo>
                    <a:pt x="437642" y="103505"/>
                  </a:lnTo>
                  <a:lnTo>
                    <a:pt x="418592" y="103505"/>
                  </a:lnTo>
                  <a:lnTo>
                    <a:pt x="418592" y="19050"/>
                  </a:lnTo>
                  <a:lnTo>
                    <a:pt x="437642" y="19050"/>
                  </a:lnTo>
                  <a:lnTo>
                    <a:pt x="437642" y="38100"/>
                  </a:lnTo>
                  <a:lnTo>
                    <a:pt x="19050" y="38100"/>
                  </a:lnTo>
                  <a:close/>
                </a:path>
              </a:pathLst>
            </a:custGeom>
            <a:solidFill>
              <a:srgbClr val="92ABDF"/>
            </a:solidFill>
          </p:spPr>
        </p:sp>
      </p:grpSp>
      <p:grpSp>
        <p:nvGrpSpPr>
          <p:cNvPr id="28" name="Group 28"/>
          <p:cNvGrpSpPr/>
          <p:nvPr/>
        </p:nvGrpSpPr>
        <p:grpSpPr>
          <a:xfrm>
            <a:off x="782811" y="9346239"/>
            <a:ext cx="342534" cy="91922"/>
            <a:chOff x="0" y="0"/>
            <a:chExt cx="456712" cy="122562"/>
          </a:xfrm>
        </p:grpSpPr>
        <p:sp>
          <p:nvSpPr>
            <p:cNvPr id="29" name="Freeform 29"/>
            <p:cNvSpPr/>
            <p:nvPr/>
          </p:nvSpPr>
          <p:spPr>
            <a:xfrm>
              <a:off x="19050" y="19050"/>
              <a:ext cx="418592" cy="84455"/>
            </a:xfrm>
            <a:custGeom>
              <a:avLst/>
              <a:gdLst/>
              <a:ahLst/>
              <a:cxnLst/>
              <a:rect l="l" t="t" r="r" b="b"/>
              <a:pathLst>
                <a:path w="418592" h="84455">
                  <a:moveTo>
                    <a:pt x="0" y="0"/>
                  </a:moveTo>
                  <a:lnTo>
                    <a:pt x="418592" y="0"/>
                  </a:lnTo>
                  <a:lnTo>
                    <a:pt x="418592" y="84455"/>
                  </a:lnTo>
                  <a:lnTo>
                    <a:pt x="0" y="84455"/>
                  </a:lnTo>
                  <a:close/>
                </a:path>
              </a:pathLst>
            </a:custGeom>
            <a:solidFill>
              <a:srgbClr val="92ABDF"/>
            </a:solidFill>
          </p:spPr>
        </p:sp>
        <p:sp>
          <p:nvSpPr>
            <p:cNvPr id="30" name="Freeform 30"/>
            <p:cNvSpPr/>
            <p:nvPr/>
          </p:nvSpPr>
          <p:spPr>
            <a:xfrm>
              <a:off x="0" y="0"/>
              <a:ext cx="456692" cy="122555"/>
            </a:xfrm>
            <a:custGeom>
              <a:avLst/>
              <a:gdLst/>
              <a:ahLst/>
              <a:cxnLst/>
              <a:rect l="l" t="t" r="r" b="b"/>
              <a:pathLst>
                <a:path w="456692" h="122555">
                  <a:moveTo>
                    <a:pt x="19050" y="0"/>
                  </a:moveTo>
                  <a:lnTo>
                    <a:pt x="437642" y="0"/>
                  </a:lnTo>
                  <a:cubicBezTo>
                    <a:pt x="448183" y="0"/>
                    <a:pt x="456692" y="8509"/>
                    <a:pt x="456692" y="19050"/>
                  </a:cubicBezTo>
                  <a:lnTo>
                    <a:pt x="456692" y="103505"/>
                  </a:lnTo>
                  <a:cubicBezTo>
                    <a:pt x="456692" y="114046"/>
                    <a:pt x="448183" y="122555"/>
                    <a:pt x="437642" y="122555"/>
                  </a:cubicBezTo>
                  <a:lnTo>
                    <a:pt x="19050" y="122555"/>
                  </a:lnTo>
                  <a:cubicBezTo>
                    <a:pt x="8509" y="122555"/>
                    <a:pt x="0" y="114046"/>
                    <a:pt x="0" y="103505"/>
                  </a:cubicBezTo>
                  <a:lnTo>
                    <a:pt x="0" y="19050"/>
                  </a:lnTo>
                  <a:cubicBezTo>
                    <a:pt x="0" y="8509"/>
                    <a:pt x="8509" y="0"/>
                    <a:pt x="19050" y="0"/>
                  </a:cubicBezTo>
                  <a:moveTo>
                    <a:pt x="19050" y="38100"/>
                  </a:moveTo>
                  <a:lnTo>
                    <a:pt x="19050" y="19050"/>
                  </a:lnTo>
                  <a:lnTo>
                    <a:pt x="38100" y="19050"/>
                  </a:lnTo>
                  <a:lnTo>
                    <a:pt x="38100" y="103505"/>
                  </a:lnTo>
                  <a:lnTo>
                    <a:pt x="19050" y="103505"/>
                  </a:lnTo>
                  <a:lnTo>
                    <a:pt x="19050" y="84455"/>
                  </a:lnTo>
                  <a:lnTo>
                    <a:pt x="437642" y="84455"/>
                  </a:lnTo>
                  <a:lnTo>
                    <a:pt x="437642" y="103505"/>
                  </a:lnTo>
                  <a:lnTo>
                    <a:pt x="418592" y="103505"/>
                  </a:lnTo>
                  <a:lnTo>
                    <a:pt x="418592" y="19050"/>
                  </a:lnTo>
                  <a:lnTo>
                    <a:pt x="437642" y="19050"/>
                  </a:lnTo>
                  <a:lnTo>
                    <a:pt x="437642" y="38100"/>
                  </a:lnTo>
                  <a:lnTo>
                    <a:pt x="19050" y="38100"/>
                  </a:lnTo>
                  <a:close/>
                </a:path>
              </a:pathLst>
            </a:custGeom>
            <a:solidFill>
              <a:srgbClr val="92ABDF"/>
            </a:solidFill>
          </p:spPr>
        </p:sp>
      </p:grpSp>
      <p:grpSp>
        <p:nvGrpSpPr>
          <p:cNvPr id="31" name="Group 31"/>
          <p:cNvGrpSpPr/>
          <p:nvPr/>
        </p:nvGrpSpPr>
        <p:grpSpPr>
          <a:xfrm>
            <a:off x="782811" y="9491700"/>
            <a:ext cx="342534" cy="91922"/>
            <a:chOff x="0" y="0"/>
            <a:chExt cx="456712" cy="122562"/>
          </a:xfrm>
        </p:grpSpPr>
        <p:sp>
          <p:nvSpPr>
            <p:cNvPr id="32" name="Freeform 32"/>
            <p:cNvSpPr/>
            <p:nvPr/>
          </p:nvSpPr>
          <p:spPr>
            <a:xfrm>
              <a:off x="19050" y="19050"/>
              <a:ext cx="418592" cy="84455"/>
            </a:xfrm>
            <a:custGeom>
              <a:avLst/>
              <a:gdLst/>
              <a:ahLst/>
              <a:cxnLst/>
              <a:rect l="l" t="t" r="r" b="b"/>
              <a:pathLst>
                <a:path w="418592" h="84455">
                  <a:moveTo>
                    <a:pt x="0" y="0"/>
                  </a:moveTo>
                  <a:lnTo>
                    <a:pt x="418592" y="0"/>
                  </a:lnTo>
                  <a:lnTo>
                    <a:pt x="418592" y="84455"/>
                  </a:lnTo>
                  <a:lnTo>
                    <a:pt x="0" y="84455"/>
                  </a:lnTo>
                  <a:close/>
                </a:path>
              </a:pathLst>
            </a:custGeom>
            <a:solidFill>
              <a:srgbClr val="92ABDF"/>
            </a:solidFill>
          </p:spPr>
        </p:sp>
        <p:sp>
          <p:nvSpPr>
            <p:cNvPr id="33" name="Freeform 33"/>
            <p:cNvSpPr/>
            <p:nvPr/>
          </p:nvSpPr>
          <p:spPr>
            <a:xfrm>
              <a:off x="0" y="0"/>
              <a:ext cx="456692" cy="122555"/>
            </a:xfrm>
            <a:custGeom>
              <a:avLst/>
              <a:gdLst/>
              <a:ahLst/>
              <a:cxnLst/>
              <a:rect l="l" t="t" r="r" b="b"/>
              <a:pathLst>
                <a:path w="456692" h="122555">
                  <a:moveTo>
                    <a:pt x="19050" y="0"/>
                  </a:moveTo>
                  <a:lnTo>
                    <a:pt x="437642" y="0"/>
                  </a:lnTo>
                  <a:cubicBezTo>
                    <a:pt x="448183" y="0"/>
                    <a:pt x="456692" y="8509"/>
                    <a:pt x="456692" y="19050"/>
                  </a:cubicBezTo>
                  <a:lnTo>
                    <a:pt x="456692" y="103505"/>
                  </a:lnTo>
                  <a:cubicBezTo>
                    <a:pt x="456692" y="114046"/>
                    <a:pt x="448183" y="122555"/>
                    <a:pt x="437642" y="122555"/>
                  </a:cubicBezTo>
                  <a:lnTo>
                    <a:pt x="19050" y="122555"/>
                  </a:lnTo>
                  <a:cubicBezTo>
                    <a:pt x="8509" y="122555"/>
                    <a:pt x="0" y="114046"/>
                    <a:pt x="0" y="103505"/>
                  </a:cubicBezTo>
                  <a:lnTo>
                    <a:pt x="0" y="19050"/>
                  </a:lnTo>
                  <a:cubicBezTo>
                    <a:pt x="0" y="8509"/>
                    <a:pt x="8509" y="0"/>
                    <a:pt x="19050" y="0"/>
                  </a:cubicBezTo>
                  <a:moveTo>
                    <a:pt x="19050" y="38100"/>
                  </a:moveTo>
                  <a:lnTo>
                    <a:pt x="19050" y="19050"/>
                  </a:lnTo>
                  <a:lnTo>
                    <a:pt x="38100" y="19050"/>
                  </a:lnTo>
                  <a:lnTo>
                    <a:pt x="38100" y="103505"/>
                  </a:lnTo>
                  <a:lnTo>
                    <a:pt x="19050" y="103505"/>
                  </a:lnTo>
                  <a:lnTo>
                    <a:pt x="19050" y="84455"/>
                  </a:lnTo>
                  <a:lnTo>
                    <a:pt x="437642" y="84455"/>
                  </a:lnTo>
                  <a:lnTo>
                    <a:pt x="437642" y="103505"/>
                  </a:lnTo>
                  <a:lnTo>
                    <a:pt x="418592" y="103505"/>
                  </a:lnTo>
                  <a:lnTo>
                    <a:pt x="418592" y="19050"/>
                  </a:lnTo>
                  <a:lnTo>
                    <a:pt x="437642" y="19050"/>
                  </a:lnTo>
                  <a:lnTo>
                    <a:pt x="437642" y="38100"/>
                  </a:lnTo>
                  <a:lnTo>
                    <a:pt x="19050" y="38100"/>
                  </a:lnTo>
                  <a:close/>
                </a:path>
              </a:pathLst>
            </a:custGeom>
            <a:solidFill>
              <a:srgbClr val="92ABDF"/>
            </a:solidFill>
          </p:spPr>
        </p:sp>
      </p:grp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307050" cy="10327005"/>
            <a:chOff x="0" y="0"/>
            <a:chExt cx="24409400" cy="13769340"/>
          </a:xfrm>
        </p:grpSpPr>
        <p:sp>
          <p:nvSpPr>
            <p:cNvPr id="3" name="Freeform 3" descr="https://kimi-img.moonshot.cn/pub/slides/slides_tmpl/image/25-09-04-11:33:16-d2sggv61bb2p4onbonk0.jpg"/>
            <p:cNvSpPr/>
            <p:nvPr/>
          </p:nvSpPr>
          <p:spPr>
            <a:xfrm>
              <a:off x="0" y="0"/>
              <a:ext cx="24409400" cy="13769339"/>
            </a:xfrm>
            <a:custGeom>
              <a:avLst/>
              <a:gdLst/>
              <a:ahLst/>
              <a:cxnLst/>
              <a:rect l="l" t="t" r="r" b="b"/>
              <a:pathLst>
                <a:path w="24409400" h="13769339">
                  <a:moveTo>
                    <a:pt x="0" y="0"/>
                  </a:moveTo>
                  <a:lnTo>
                    <a:pt x="24409400" y="0"/>
                  </a:lnTo>
                  <a:lnTo>
                    <a:pt x="24409400" y="13769339"/>
                  </a:lnTo>
                  <a:lnTo>
                    <a:pt x="0" y="137693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 r="-427" b="-105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-6781165" y="762000"/>
            <a:ext cx="24973915" cy="2057400"/>
            <a:chOff x="-9168553" y="-1828800"/>
            <a:chExt cx="33298553" cy="27432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130000" cy="914400"/>
            </a:xfrm>
            <a:custGeom>
              <a:avLst/>
              <a:gdLst/>
              <a:ahLst/>
              <a:cxnLst/>
              <a:rect l="l" t="t" r="r" b="b"/>
              <a:pathLst>
                <a:path w="24130000" h="914400">
                  <a:moveTo>
                    <a:pt x="0" y="0"/>
                  </a:moveTo>
                  <a:lnTo>
                    <a:pt x="24130000" y="0"/>
                  </a:lnTo>
                  <a:lnTo>
                    <a:pt x="2413000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-9168553" y="-1828800"/>
              <a:ext cx="24130000" cy="914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400"/>
                </a:lnSpc>
              </a:pPr>
              <a:r>
                <a:rPr lang="zh-CN" altLang="en-US" sz="4500" b="1">
                  <a:solidFill>
                    <a:srgbClr val="5C7CB3"/>
                  </a:solidFill>
                  <a:latin typeface="Noto Sans Bold" panose="020B0802040504020204"/>
                  <a:ea typeface="Noto Sans Bold" panose="020B0802040504020204"/>
                  <a:cs typeface="Noto Sans Bold" panose="020B0802040504020204"/>
                  <a:sym typeface="Noto Sans Bold" panose="020B0802040504020204"/>
                </a:rPr>
                <a:t>应用</a:t>
              </a:r>
              <a:r>
                <a:rPr lang="zh-CN" altLang="en-US" sz="4500" b="1">
                  <a:solidFill>
                    <a:srgbClr val="5C7CB3"/>
                  </a:solidFill>
                  <a:latin typeface="Noto Sans Bold" panose="020B0802040504020204"/>
                  <a:ea typeface="Noto Sans Bold" panose="020B0802040504020204"/>
                  <a:cs typeface="Noto Sans Bold" panose="020B0802040504020204"/>
                  <a:sym typeface="Noto Sans Bold" panose="020B0802040504020204"/>
                </a:rPr>
                <a:t>场景</a:t>
              </a:r>
              <a:endParaRPr lang="zh-CN" altLang="en-US" sz="4500" b="1">
                <a:solidFill>
                  <a:srgbClr val="5C7CB3"/>
                </a:solidFill>
                <a:latin typeface="Noto Sans Bold" panose="020B0802040504020204"/>
                <a:ea typeface="Noto Sans Bold" panose="020B0802040504020204"/>
                <a:cs typeface="Noto Sans Bold" panose="020B0802040504020204"/>
                <a:sym typeface="Noto Sans Bold" panose="020B0802040504020204"/>
              </a:endParaRPr>
            </a:p>
          </p:txBody>
        </p:sp>
      </p:grpSp>
      <p:sp>
        <p:nvSpPr>
          <p:cNvPr id="21" name="Freeform 21"/>
          <p:cNvSpPr/>
          <p:nvPr/>
        </p:nvSpPr>
        <p:spPr>
          <a:xfrm>
            <a:off x="8848725" y="3886200"/>
            <a:ext cx="8975090" cy="533400"/>
          </a:xfrm>
          <a:custGeom>
            <a:avLst/>
            <a:gdLst/>
            <a:ahLst/>
            <a:cxnLst/>
            <a:rect l="l" t="t" r="r" b="b"/>
            <a:pathLst>
              <a:path w="11963400" h="711200">
                <a:moveTo>
                  <a:pt x="0" y="0"/>
                </a:moveTo>
                <a:lnTo>
                  <a:pt x="11963400" y="0"/>
                </a:lnTo>
                <a:lnTo>
                  <a:pt x="11963400" y="711200"/>
                </a:lnTo>
                <a:lnTo>
                  <a:pt x="0" y="7112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</p:spPr>
      </p:sp>
      <p:sp>
        <p:nvSpPr>
          <p:cNvPr id="48" name="Freeform 48"/>
          <p:cNvSpPr/>
          <p:nvPr/>
        </p:nvSpPr>
        <p:spPr>
          <a:xfrm>
            <a:off x="228600" y="7696200"/>
            <a:ext cx="17830800" cy="457200"/>
          </a:xfrm>
          <a:custGeom>
            <a:avLst/>
            <a:gdLst/>
            <a:ahLst/>
            <a:cxnLst/>
            <a:rect l="l" t="t" r="r" b="b"/>
            <a:pathLst>
              <a:path w="23774400" h="609600">
                <a:moveTo>
                  <a:pt x="0" y="0"/>
                </a:moveTo>
                <a:lnTo>
                  <a:pt x="23774400" y="0"/>
                </a:lnTo>
                <a:lnTo>
                  <a:pt x="23774400" y="609600"/>
                </a:lnTo>
                <a:lnTo>
                  <a:pt x="0" y="6096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</p:spPr>
      </p:sp>
      <p:grpSp>
        <p:nvGrpSpPr>
          <p:cNvPr id="54" name="组合 53"/>
          <p:cNvGrpSpPr/>
          <p:nvPr/>
        </p:nvGrpSpPr>
        <p:grpSpPr>
          <a:xfrm>
            <a:off x="4648200" y="342900"/>
            <a:ext cx="14058900" cy="8382000"/>
            <a:chOff x="6960" y="540"/>
            <a:chExt cx="22140" cy="13200"/>
          </a:xfrm>
        </p:grpSpPr>
        <p:sp>
          <p:nvSpPr>
            <p:cNvPr id="7" name="等腰三角形 6"/>
            <p:cNvSpPr/>
            <p:nvPr/>
          </p:nvSpPr>
          <p:spPr>
            <a:xfrm>
              <a:off x="9480" y="2700"/>
              <a:ext cx="8760" cy="8760"/>
            </a:xfrm>
            <a:prstGeom prst="triangle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grpSp>
          <p:nvGrpSpPr>
            <p:cNvPr id="8" name="Group 4"/>
            <p:cNvGrpSpPr/>
            <p:nvPr/>
          </p:nvGrpSpPr>
          <p:grpSpPr>
            <a:xfrm>
              <a:off x="12000" y="3720"/>
              <a:ext cx="17100" cy="4952"/>
              <a:chOff x="-2641600" y="0"/>
              <a:chExt cx="14478000" cy="4192693"/>
            </a:xfrm>
          </p:grpSpPr>
          <p:sp>
            <p:nvSpPr>
              <p:cNvPr id="9" name="Freeform 5"/>
              <p:cNvSpPr/>
              <p:nvPr/>
            </p:nvSpPr>
            <p:spPr>
              <a:xfrm>
                <a:off x="0" y="0"/>
                <a:ext cx="11836400" cy="914400"/>
              </a:xfrm>
              <a:custGeom>
                <a:avLst/>
                <a:gdLst/>
                <a:ahLst/>
                <a:cxnLst/>
                <a:rect l="l" t="t" r="r" b="b"/>
                <a:pathLst>
                  <a:path w="11836400" h="914400">
                    <a:moveTo>
                      <a:pt x="0" y="0"/>
                    </a:moveTo>
                    <a:lnTo>
                      <a:pt x="11836400" y="0"/>
                    </a:lnTo>
                    <a:lnTo>
                      <a:pt x="11836400" y="914400"/>
                    </a:lnTo>
                    <a:lnTo>
                      <a:pt x="0" y="91440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id="10" name="TextBox 6"/>
              <p:cNvSpPr txBox="1"/>
              <p:nvPr/>
            </p:nvSpPr>
            <p:spPr>
              <a:xfrm>
                <a:off x="-2641600" y="3278293"/>
                <a:ext cx="6471920" cy="914400"/>
              </a:xfrm>
              <a:prstGeom prst="rect">
                <a:avLst/>
              </a:prstGeom>
            </p:spPr>
            <p:txBody>
              <a:bodyPr lIns="0" tIns="0" rIns="0" bIns="0" rtlCol="0" anchor="ctr"/>
              <a:p>
                <a:pPr algn="l">
                  <a:lnSpc>
                    <a:spcPts val="5400"/>
                  </a:lnSpc>
                </a:pPr>
                <a:r>
                  <a:rPr lang="zh-CN" altLang="en-US" sz="4500" b="1">
                    <a:solidFill>
                      <a:srgbClr val="5C7CB3"/>
                    </a:solidFill>
                    <a:latin typeface="Noto Sans Bold" panose="020B0802040504020204"/>
                    <a:ea typeface="Noto Sans Bold" panose="020B0802040504020204"/>
                    <a:cs typeface="Noto Sans Bold" panose="020B0802040504020204"/>
                    <a:sym typeface="Noto Sans Bold" panose="020B0802040504020204"/>
                  </a:rPr>
                  <a:t>快速搭建</a:t>
                </a:r>
                <a:endParaRPr lang="zh-CN" altLang="en-US" sz="4500" b="1">
                  <a:solidFill>
                    <a:srgbClr val="5C7CB3"/>
                  </a:solidFill>
                  <a:latin typeface="Noto Sans Bold" panose="020B0802040504020204"/>
                  <a:ea typeface="Noto Sans Bold" panose="020B0802040504020204"/>
                  <a:cs typeface="Noto Sans Bold" panose="020B0802040504020204"/>
                  <a:sym typeface="Noto Sans Bold" panose="020B0802040504020204"/>
                </a:endParaRPr>
              </a:p>
              <a:p>
                <a:pPr algn="l">
                  <a:lnSpc>
                    <a:spcPts val="5400"/>
                  </a:lnSpc>
                </a:pPr>
                <a:r>
                  <a:rPr lang="zh-CN" altLang="en-US" sz="4500" b="1">
                    <a:solidFill>
                      <a:srgbClr val="5C7CB3"/>
                    </a:solidFill>
                    <a:latin typeface="Noto Sans Bold" panose="020B0802040504020204"/>
                    <a:ea typeface="Noto Sans Bold" panose="020B0802040504020204"/>
                    <a:cs typeface="Noto Sans Bold" panose="020B0802040504020204"/>
                    <a:sym typeface="Noto Sans Bold" panose="020B0802040504020204"/>
                  </a:rPr>
                  <a:t>知识</a:t>
                </a:r>
                <a:r>
                  <a:rPr lang="zh-CN" altLang="en-US" sz="4500" b="1">
                    <a:solidFill>
                      <a:srgbClr val="5C7CB3"/>
                    </a:solidFill>
                    <a:latin typeface="Noto Sans Bold" panose="020B0802040504020204"/>
                    <a:ea typeface="Noto Sans Bold" panose="020B0802040504020204"/>
                    <a:cs typeface="Noto Sans Bold" panose="020B0802040504020204"/>
                    <a:sym typeface="Noto Sans Bold" panose="020B0802040504020204"/>
                  </a:rPr>
                  <a:t>体系</a:t>
                </a:r>
                <a:endParaRPr lang="zh-CN" altLang="en-US" sz="4500" b="1">
                  <a:solidFill>
                    <a:srgbClr val="5C7CB3"/>
                  </a:solidFill>
                  <a:latin typeface="Noto Sans Bold" panose="020B0802040504020204"/>
                  <a:ea typeface="Noto Sans Bold" panose="020B0802040504020204"/>
                  <a:cs typeface="Noto Sans Bold" panose="020B0802040504020204"/>
                  <a:sym typeface="Noto Sans Bold" panose="020B0802040504020204"/>
                </a:endParaRPr>
              </a:p>
            </p:txBody>
          </p:sp>
        </p:grpSp>
        <p:sp>
          <p:nvSpPr>
            <p:cNvPr id="11" name="椭圆 10"/>
            <p:cNvSpPr/>
            <p:nvPr/>
          </p:nvSpPr>
          <p:spPr>
            <a:xfrm>
              <a:off x="11520" y="540"/>
              <a:ext cx="4680" cy="468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  <a:alpha val="50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" name="椭圆 11"/>
            <p:cNvSpPr/>
            <p:nvPr/>
          </p:nvSpPr>
          <p:spPr>
            <a:xfrm>
              <a:off x="6960" y="9060"/>
              <a:ext cx="4680" cy="468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  <a:alpha val="50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0" name="椭圆 49"/>
            <p:cNvSpPr/>
            <p:nvPr/>
          </p:nvSpPr>
          <p:spPr>
            <a:xfrm>
              <a:off x="16320" y="9060"/>
              <a:ext cx="4680" cy="468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  <a:alpha val="50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1" name="文本框 50"/>
            <p:cNvSpPr txBox="1"/>
            <p:nvPr/>
          </p:nvSpPr>
          <p:spPr>
            <a:xfrm>
              <a:off x="12000" y="2150"/>
              <a:ext cx="4080" cy="12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4400" b="1"/>
                <a:t>课内学习</a:t>
              </a:r>
              <a:endParaRPr lang="zh-CN" altLang="en-US" sz="4400" b="1"/>
            </a:p>
          </p:txBody>
        </p:sp>
        <p:sp>
          <p:nvSpPr>
            <p:cNvPr id="52" name="文本框 51"/>
            <p:cNvSpPr txBox="1"/>
            <p:nvPr/>
          </p:nvSpPr>
          <p:spPr>
            <a:xfrm>
              <a:off x="7260" y="10795"/>
              <a:ext cx="4080" cy="12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4400" b="1"/>
                <a:t>技能</a:t>
              </a:r>
              <a:r>
                <a:rPr lang="zh-CN" altLang="en-US" sz="4400" b="1"/>
                <a:t>拓展</a:t>
              </a:r>
              <a:endParaRPr lang="zh-CN" altLang="en-US" sz="4400" b="1"/>
            </a:p>
          </p:txBody>
        </p:sp>
        <p:sp>
          <p:nvSpPr>
            <p:cNvPr id="53" name="文本框 52"/>
            <p:cNvSpPr txBox="1"/>
            <p:nvPr/>
          </p:nvSpPr>
          <p:spPr>
            <a:xfrm>
              <a:off x="16800" y="10740"/>
              <a:ext cx="4080" cy="12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4400" b="1"/>
                <a:t>领域</a:t>
              </a:r>
              <a:r>
                <a:rPr lang="zh-CN" altLang="en-US" sz="4400" b="1"/>
                <a:t>了解</a:t>
              </a:r>
              <a:endParaRPr lang="zh-CN" altLang="en-US" sz="4400" b="1"/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381000" y="1524000"/>
            <a:ext cx="8001000" cy="8337550"/>
            <a:chOff x="600" y="2400"/>
            <a:chExt cx="12600" cy="13130"/>
          </a:xfrm>
        </p:grpSpPr>
        <p:grpSp>
          <p:nvGrpSpPr>
            <p:cNvPr id="14" name="Group 7"/>
            <p:cNvGrpSpPr/>
            <p:nvPr/>
          </p:nvGrpSpPr>
          <p:grpSpPr>
            <a:xfrm>
              <a:off x="600" y="2400"/>
              <a:ext cx="8401" cy="13130"/>
              <a:chOff x="0" y="0"/>
              <a:chExt cx="7112847" cy="11116733"/>
            </a:xfrm>
          </p:grpSpPr>
          <p:sp>
            <p:nvSpPr>
              <p:cNvPr id="15" name="Freeform 8"/>
              <p:cNvSpPr/>
              <p:nvPr/>
            </p:nvSpPr>
            <p:spPr>
              <a:xfrm>
                <a:off x="0" y="0"/>
                <a:ext cx="7112847" cy="11116733"/>
              </a:xfrm>
              <a:custGeom>
                <a:avLst/>
                <a:gdLst/>
                <a:ahLst/>
                <a:cxnLst/>
                <a:rect l="l" t="t" r="r" b="b"/>
                <a:pathLst>
                  <a:path w="11277600" h="11176000">
                    <a:moveTo>
                      <a:pt x="203200" y="0"/>
                    </a:moveTo>
                    <a:lnTo>
                      <a:pt x="11074400" y="0"/>
                    </a:lnTo>
                    <a:cubicBezTo>
                      <a:pt x="11186668" y="0"/>
                      <a:pt x="11277600" y="90932"/>
                      <a:pt x="11277600" y="203200"/>
                    </a:cubicBezTo>
                    <a:lnTo>
                      <a:pt x="11277600" y="10972800"/>
                    </a:lnTo>
                    <a:cubicBezTo>
                      <a:pt x="11277600" y="11085068"/>
                      <a:pt x="11186668" y="11176000"/>
                      <a:pt x="11074400" y="11176000"/>
                    </a:cubicBezTo>
                    <a:lnTo>
                      <a:pt x="203200" y="11176000"/>
                    </a:lnTo>
                    <a:cubicBezTo>
                      <a:pt x="90932" y="11176000"/>
                      <a:pt x="0" y="11085068"/>
                      <a:pt x="0" y="10972800"/>
                    </a:cubicBezTo>
                    <a:lnTo>
                      <a:pt x="0" y="203200"/>
                    </a:lnTo>
                    <a:cubicBezTo>
                      <a:pt x="0" y="91059"/>
                      <a:pt x="91059" y="0"/>
                      <a:pt x="203200" y="0"/>
                    </a:cubicBezTo>
                    <a:close/>
                  </a:path>
                </a:pathLst>
              </a:custGeom>
              <a:solidFill>
                <a:srgbClr val="8FA7D0">
                  <a:alpha val="3922"/>
                </a:srgbClr>
              </a:solidFill>
            </p:spPr>
          </p:sp>
        </p:grpSp>
        <p:grpSp>
          <p:nvGrpSpPr>
            <p:cNvPr id="16" name="Group 9"/>
            <p:cNvGrpSpPr/>
            <p:nvPr/>
          </p:nvGrpSpPr>
          <p:grpSpPr>
            <a:xfrm>
              <a:off x="1320" y="3120"/>
              <a:ext cx="1440" cy="1440"/>
              <a:chOff x="0" y="0"/>
              <a:chExt cx="1219200" cy="1219200"/>
            </a:xfrm>
          </p:grpSpPr>
          <p:sp>
            <p:nvSpPr>
              <p:cNvPr id="55" name="Freeform 10"/>
              <p:cNvSpPr/>
              <p:nvPr/>
            </p:nvSpPr>
            <p:spPr>
              <a:xfrm>
                <a:off x="0" y="0"/>
                <a:ext cx="1219200" cy="1219200"/>
              </a:xfrm>
              <a:custGeom>
                <a:avLst/>
                <a:gdLst/>
                <a:ahLst/>
                <a:cxnLst/>
                <a:rect l="l" t="t" r="r" b="b"/>
                <a:pathLst>
                  <a:path w="1219200" h="1219200">
                    <a:moveTo>
                      <a:pt x="609600" y="0"/>
                    </a:moveTo>
                    <a:cubicBezTo>
                      <a:pt x="946023" y="0"/>
                      <a:pt x="1219200" y="273177"/>
                      <a:pt x="1219200" y="609600"/>
                    </a:cubicBezTo>
                    <a:cubicBezTo>
                      <a:pt x="1219200" y="946023"/>
                      <a:pt x="946023" y="1219200"/>
                      <a:pt x="609600" y="1219200"/>
                    </a:cubicBezTo>
                    <a:cubicBezTo>
                      <a:pt x="273177" y="1219200"/>
                      <a:pt x="0" y="946023"/>
                      <a:pt x="0" y="609600"/>
                    </a:cubicBezTo>
                    <a:cubicBezTo>
                      <a:pt x="0" y="273177"/>
                      <a:pt x="273177" y="0"/>
                      <a:pt x="609600" y="0"/>
                    </a:cubicBezTo>
                    <a:close/>
                  </a:path>
                </a:pathLst>
              </a:custGeom>
              <a:solidFill>
                <a:srgbClr val="7097E5"/>
              </a:solidFill>
            </p:spPr>
          </p:sp>
        </p:grpSp>
        <p:sp>
          <p:nvSpPr>
            <p:cNvPr id="56" name="Freeform 11"/>
            <p:cNvSpPr/>
            <p:nvPr/>
          </p:nvSpPr>
          <p:spPr>
            <a:xfrm>
              <a:off x="1680" y="3480"/>
              <a:ext cx="720" cy="72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57" name="Group 12"/>
            <p:cNvGrpSpPr/>
            <p:nvPr/>
          </p:nvGrpSpPr>
          <p:grpSpPr>
            <a:xfrm>
              <a:off x="3240" y="3360"/>
              <a:ext cx="5760" cy="960"/>
              <a:chOff x="0" y="0"/>
              <a:chExt cx="4876800" cy="812800"/>
            </a:xfrm>
          </p:grpSpPr>
          <p:sp>
            <p:nvSpPr>
              <p:cNvPr id="58" name="Freeform 13"/>
              <p:cNvSpPr/>
              <p:nvPr/>
            </p:nvSpPr>
            <p:spPr>
              <a:xfrm>
                <a:off x="0" y="0"/>
                <a:ext cx="4876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4876800" h="812800">
                    <a:moveTo>
                      <a:pt x="0" y="0"/>
                    </a:moveTo>
                    <a:lnTo>
                      <a:pt x="4876800" y="0"/>
                    </a:lnTo>
                    <a:lnTo>
                      <a:pt x="4876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id="59" name="TextBox 14"/>
              <p:cNvSpPr txBox="1"/>
              <p:nvPr/>
            </p:nvSpPr>
            <p:spPr>
              <a:xfrm>
                <a:off x="0" y="-38100"/>
                <a:ext cx="4876800" cy="850900"/>
              </a:xfrm>
              <a:prstGeom prst="rect">
                <a:avLst/>
              </a:prstGeom>
            </p:spPr>
            <p:txBody>
              <a:bodyPr lIns="0" tIns="0" rIns="0" bIns="0" rtlCol="0" anchor="ctr"/>
              <a:p>
                <a:pPr algn="l">
                  <a:lnSpc>
                    <a:spcPts val="4750"/>
                  </a:lnSpc>
                </a:pPr>
                <a:r>
                  <a:rPr lang="en-US" sz="3600" b="1">
                    <a:solidFill>
                      <a:srgbClr val="5C7CB3"/>
                    </a:solidFill>
                    <a:latin typeface="Noto Sans Bold" panose="020B0802040504020204"/>
                    <a:ea typeface="Noto Sans Bold" panose="020B0802040504020204"/>
                    <a:cs typeface="Noto Sans Bold" panose="020B0802040504020204"/>
                    <a:sym typeface="Noto Sans Bold" panose="020B0802040504020204"/>
                  </a:rPr>
                  <a:t>系统性学科学习</a:t>
                </a:r>
                <a:endParaRPr lang="en-US" sz="3600" b="1">
                  <a:solidFill>
                    <a:srgbClr val="5C7CB3"/>
                  </a:solidFill>
                  <a:latin typeface="Noto Sans Bold" panose="020B0802040504020204"/>
                  <a:ea typeface="Noto Sans Bold" panose="020B0802040504020204"/>
                  <a:cs typeface="Noto Sans Bold" panose="020B0802040504020204"/>
                  <a:sym typeface="Noto Sans Bold" panose="020B0802040504020204"/>
                </a:endParaRPr>
              </a:p>
            </p:txBody>
          </p:sp>
        </p:grpSp>
        <p:grpSp>
          <p:nvGrpSpPr>
            <p:cNvPr id="60" name="Group 15"/>
            <p:cNvGrpSpPr/>
            <p:nvPr/>
          </p:nvGrpSpPr>
          <p:grpSpPr>
            <a:xfrm>
              <a:off x="1320" y="4984"/>
              <a:ext cx="11880" cy="9896"/>
              <a:chOff x="0" y="-47413"/>
              <a:chExt cx="10058400" cy="8378613"/>
            </a:xfrm>
          </p:grpSpPr>
          <p:sp>
            <p:nvSpPr>
              <p:cNvPr id="61" name="Freeform 16"/>
              <p:cNvSpPr/>
              <p:nvPr/>
            </p:nvSpPr>
            <p:spPr>
              <a:xfrm>
                <a:off x="0" y="0"/>
                <a:ext cx="10058400" cy="8331200"/>
              </a:xfrm>
              <a:custGeom>
                <a:avLst/>
                <a:gdLst/>
                <a:ahLst/>
                <a:cxnLst/>
                <a:rect l="l" t="t" r="r" b="b"/>
                <a:pathLst>
                  <a:path w="10058400" h="8331200">
                    <a:moveTo>
                      <a:pt x="0" y="0"/>
                    </a:moveTo>
                    <a:lnTo>
                      <a:pt x="10058400" y="0"/>
                    </a:lnTo>
                    <a:lnTo>
                      <a:pt x="10058400" y="8331200"/>
                    </a:lnTo>
                    <a:lnTo>
                      <a:pt x="0" y="833120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id="62" name="TextBox 17"/>
              <p:cNvSpPr txBox="1"/>
              <p:nvPr/>
            </p:nvSpPr>
            <p:spPr>
              <a:xfrm>
                <a:off x="0" y="-47413"/>
                <a:ext cx="5079153" cy="8061113"/>
              </a:xfrm>
              <a:prstGeom prst="rect">
                <a:avLst/>
              </a:prstGeom>
            </p:spPr>
            <p:txBody>
              <a:bodyPr lIns="0" tIns="0" rIns="0" bIns="0" rtlCol="0" anchor="ctr"/>
              <a:p>
                <a:pPr marL="380365" lvl="1" indent="-189865" algn="l">
                  <a:lnSpc>
                    <a:spcPct val="150000"/>
                  </a:lnSpc>
                  <a:buFont typeface="Arial" panose="020B0604020202020204"/>
                  <a:buChar char="•"/>
                </a:pPr>
                <a:r>
                  <a:rPr lang="en-US" sz="2800" b="1" dirty="0" err="1">
                    <a:solidFill>
                      <a:srgbClr val="373737"/>
                    </a:solidFill>
                    <a:latin typeface="Noto Sans Bold" panose="020B0802040504020204"/>
                    <a:ea typeface="Noto Sans Bold" panose="020B0802040504020204"/>
                    <a:cs typeface="Noto Sans Bold" panose="020B0802040504020204"/>
                    <a:sym typeface="Noto Sans Bold" panose="020B0802040504020204"/>
                  </a:rPr>
                  <a:t>大学课程预习</a:t>
                </a:r>
                <a:r>
                  <a:rPr lang="en-US" sz="2800" b="1" dirty="0">
                    <a:solidFill>
                      <a:srgbClr val="373737"/>
                    </a:solidFill>
                    <a:latin typeface="Noto Sans Bold" panose="020B0802040504020204"/>
                    <a:ea typeface="Noto Sans Bold" panose="020B0802040504020204"/>
                    <a:cs typeface="Noto Sans Bold" panose="020B0802040504020204"/>
                    <a:sym typeface="Noto Sans Bold" panose="020B0802040504020204"/>
                  </a:rPr>
                  <a:t>:</a:t>
                </a:r>
                <a:r>
                  <a:rPr lang="en-US" sz="2800" dirty="0">
                    <a:solidFill>
                      <a:srgbClr val="373737"/>
                    </a:solidFill>
                    <a:latin typeface="Noto Sans" panose="020B0502040504020204"/>
                    <a:ea typeface="Noto Sans" panose="020B0502040504020204"/>
                    <a:cs typeface="Noto Sans" panose="020B0502040504020204"/>
                    <a:sym typeface="Noto Sans" panose="020B0502040504020204"/>
                  </a:rPr>
                  <a:t> </a:t>
                </a:r>
                <a:r>
                  <a:rPr lang="en-US" sz="2800" dirty="0" err="1">
                    <a:solidFill>
                      <a:srgbClr val="373737"/>
                    </a:solidFill>
                    <a:latin typeface="Noto Sans" panose="020B0502040504020204"/>
                    <a:ea typeface="Noto Sans" panose="020B0502040504020204"/>
                    <a:cs typeface="Noto Sans" panose="020B0502040504020204"/>
                    <a:sym typeface="Noto Sans" panose="020B0502040504020204"/>
                  </a:rPr>
                  <a:t>构建</a:t>
                </a:r>
                <a:r>
                  <a:rPr lang="en-US" sz="2800" dirty="0">
                    <a:solidFill>
                      <a:srgbClr val="FFFFFF"/>
                    </a:solidFill>
                    <a:latin typeface="Noto Sans" panose="020B0502040504020204"/>
                    <a:ea typeface="Noto Sans" panose="020B0502040504020204"/>
                    <a:cs typeface="Noto Sans" panose="020B0502040504020204"/>
                    <a:sym typeface="Noto Sans" panose="020B0502040504020204"/>
                  </a:rPr>
                  <a:t> </a:t>
                </a:r>
                <a:r>
                  <a:rPr lang="en-US" sz="2800" dirty="0" err="1">
                    <a:solidFill>
                      <a:schemeClr val="accent2"/>
                    </a:solidFill>
                    <a:latin typeface="Noto Sans" panose="020B0502040504020204"/>
                    <a:ea typeface="Noto Sans" panose="020B0502040504020204"/>
                    <a:cs typeface="Noto Sans" panose="020B0502040504020204"/>
                    <a:sym typeface="Noto Sans" panose="020B0502040504020204"/>
                  </a:rPr>
                  <a:t>机器学习</a:t>
                </a:r>
                <a:r>
                  <a:rPr lang="en-US" sz="2800" dirty="0">
                    <a:solidFill>
                      <a:srgbClr val="FFFFFF"/>
                    </a:solidFill>
                    <a:latin typeface="Noto Sans" panose="020B0502040504020204"/>
                    <a:ea typeface="Noto Sans" panose="020B0502040504020204"/>
                    <a:cs typeface="Noto Sans" panose="020B0502040504020204"/>
                    <a:sym typeface="Noto Sans" panose="020B0502040504020204"/>
                  </a:rPr>
                  <a:t> </a:t>
                </a:r>
                <a:r>
                  <a:rPr lang="en-US" sz="2800" dirty="0" err="1">
                    <a:solidFill>
                      <a:srgbClr val="373737"/>
                    </a:solidFill>
                    <a:latin typeface="Noto Sans" panose="020B0502040504020204"/>
                    <a:ea typeface="Noto Sans" panose="020B0502040504020204"/>
                    <a:cs typeface="Noto Sans" panose="020B0502040504020204"/>
                    <a:sym typeface="Noto Sans" panose="020B0502040504020204"/>
                  </a:rPr>
                  <a:t>知识框架，梳理前置数学基础</a:t>
                </a:r>
                <a:endParaRPr lang="en-US" sz="2800" dirty="0">
                  <a:solidFill>
                    <a:srgbClr val="373737"/>
                  </a:solidFill>
                  <a:latin typeface="Noto Sans" panose="020B0502040504020204"/>
                  <a:ea typeface="Noto Sans" panose="020B0502040504020204"/>
                  <a:cs typeface="Noto Sans" panose="020B0502040504020204"/>
                  <a:sym typeface="Noto Sans" panose="020B0502040504020204"/>
                </a:endParaRPr>
              </a:p>
              <a:p>
                <a:pPr marL="380365" lvl="1" indent="-189865" algn="l">
                  <a:lnSpc>
                    <a:spcPct val="150000"/>
                  </a:lnSpc>
                  <a:buFont typeface="Arial" panose="020B0604020202020204"/>
                  <a:buChar char="•"/>
                </a:pPr>
                <a:r>
                  <a:rPr lang="en-US" sz="2800" b="1" dirty="0" err="1">
                    <a:solidFill>
                      <a:srgbClr val="373737"/>
                    </a:solidFill>
                    <a:latin typeface="Noto Sans Bold" panose="020B0802040504020204"/>
                    <a:ea typeface="Noto Sans Bold" panose="020B0802040504020204"/>
                    <a:cs typeface="Noto Sans Bold" panose="020B0802040504020204"/>
                    <a:sym typeface="Noto Sans Bold" panose="020B0802040504020204"/>
                  </a:rPr>
                  <a:t>考试复习</a:t>
                </a:r>
                <a:r>
                  <a:rPr lang="en-US" sz="2800" b="1" dirty="0">
                    <a:solidFill>
                      <a:srgbClr val="373737"/>
                    </a:solidFill>
                    <a:latin typeface="Noto Sans Bold" panose="020B0802040504020204"/>
                    <a:ea typeface="Noto Sans Bold" panose="020B0802040504020204"/>
                    <a:cs typeface="Noto Sans Bold" panose="020B0802040504020204"/>
                    <a:sym typeface="Noto Sans Bold" panose="020B0802040504020204"/>
                  </a:rPr>
                  <a:t>:</a:t>
                </a:r>
                <a:r>
                  <a:rPr lang="en-US" sz="2800" dirty="0">
                    <a:solidFill>
                      <a:srgbClr val="373737"/>
                    </a:solidFill>
                    <a:latin typeface="Noto Sans" panose="020B0502040504020204"/>
                    <a:ea typeface="Noto Sans" panose="020B0502040504020204"/>
                    <a:cs typeface="Noto Sans" panose="020B0502040504020204"/>
                    <a:sym typeface="Noto Sans" panose="020B0502040504020204"/>
                  </a:rPr>
                  <a:t> </a:t>
                </a:r>
                <a:r>
                  <a:rPr lang="en-US" sz="2800" dirty="0" err="1">
                    <a:solidFill>
                      <a:srgbClr val="373737"/>
                    </a:solidFill>
                    <a:latin typeface="Noto Sans" panose="020B0502040504020204"/>
                    <a:ea typeface="Noto Sans" panose="020B0502040504020204"/>
                    <a:cs typeface="Noto Sans" panose="020B0502040504020204"/>
                    <a:sym typeface="Noto Sans" panose="020B0502040504020204"/>
                  </a:rPr>
                  <a:t>可视化</a:t>
                </a:r>
                <a:r>
                  <a:rPr lang="en-US" sz="2800" dirty="0">
                    <a:solidFill>
                      <a:srgbClr val="FFFFFF"/>
                    </a:solidFill>
                    <a:latin typeface="Noto Sans" panose="020B0502040504020204"/>
                    <a:ea typeface="Noto Sans" panose="020B0502040504020204"/>
                    <a:cs typeface="Noto Sans" panose="020B0502040504020204"/>
                    <a:sym typeface="Noto Sans" panose="020B0502040504020204"/>
                  </a:rPr>
                  <a:t> </a:t>
                </a:r>
                <a:r>
                  <a:rPr lang="en-US" sz="2800" dirty="0" err="1">
                    <a:solidFill>
                      <a:schemeClr val="accent2"/>
                    </a:solidFill>
                    <a:latin typeface="Noto Sans" panose="020B0502040504020204"/>
                    <a:ea typeface="Noto Sans" panose="020B0502040504020204"/>
                    <a:cs typeface="Noto Sans" panose="020B0502040504020204"/>
                    <a:sym typeface="Noto Sans" panose="020B0502040504020204"/>
                  </a:rPr>
                  <a:t>考研政治</a:t>
                </a:r>
                <a:r>
                  <a:rPr lang="en-US" sz="2800" dirty="0">
                    <a:solidFill>
                      <a:schemeClr val="accent2"/>
                    </a:solidFill>
                    <a:latin typeface="Noto Sans" panose="020B0502040504020204"/>
                    <a:ea typeface="Noto Sans" panose="020B0502040504020204"/>
                    <a:cs typeface="Noto Sans" panose="020B0502040504020204"/>
                    <a:sym typeface="Noto Sans" panose="020B0502040504020204"/>
                  </a:rPr>
                  <a:t> </a:t>
                </a:r>
                <a:r>
                  <a:rPr lang="en-US" sz="2800" dirty="0" err="1">
                    <a:solidFill>
                      <a:srgbClr val="373737"/>
                    </a:solidFill>
                    <a:latin typeface="Noto Sans" panose="020B0502040504020204"/>
                    <a:ea typeface="Noto Sans" panose="020B0502040504020204"/>
                    <a:cs typeface="Noto Sans" panose="020B0502040504020204"/>
                    <a:sym typeface="Noto Sans" panose="020B0502040504020204"/>
                  </a:rPr>
                  <a:t>知识体系，标注重点难点，查漏补缺</a:t>
                </a:r>
                <a:r>
                  <a:rPr lang="en-US" sz="2800" dirty="0">
                    <a:solidFill>
                      <a:srgbClr val="373737"/>
                    </a:solidFill>
                    <a:latin typeface="Noto Sans" panose="020B0502040504020204"/>
                    <a:ea typeface="Noto Sans" panose="020B0502040504020204"/>
                    <a:cs typeface="Noto Sans" panose="020B0502040504020204"/>
                    <a:sym typeface="Noto Sans" panose="020B0502040504020204"/>
                  </a:rPr>
                  <a:t>。</a:t>
                </a:r>
                <a:endParaRPr lang="en-US" sz="2800" dirty="0">
                  <a:solidFill>
                    <a:srgbClr val="373737"/>
                  </a:solidFill>
                  <a:latin typeface="Noto Sans" panose="020B0502040504020204"/>
                  <a:ea typeface="Noto Sans" panose="020B0502040504020204"/>
                  <a:cs typeface="Noto Sans" panose="020B0502040504020204"/>
                  <a:sym typeface="Noto Sans" panose="020B0502040504020204"/>
                </a:endParaRPr>
              </a:p>
              <a:p>
                <a:pPr marL="380365" lvl="1" indent="-189865" algn="l">
                  <a:lnSpc>
                    <a:spcPct val="150000"/>
                  </a:lnSpc>
                  <a:buFont typeface="Arial" panose="020B0604020202020204"/>
                  <a:buChar char="•"/>
                </a:pPr>
                <a:r>
                  <a:rPr lang="en-US" sz="2800" b="1" dirty="0" err="1">
                    <a:solidFill>
                      <a:srgbClr val="373737"/>
                    </a:solidFill>
                    <a:latin typeface="Noto Sans Bold" panose="020B0802040504020204"/>
                    <a:ea typeface="Noto Sans Bold" panose="020B0802040504020204"/>
                    <a:cs typeface="Noto Sans Bold" panose="020B0802040504020204"/>
                    <a:sym typeface="Noto Sans Bold" panose="020B0802040504020204"/>
                  </a:rPr>
                  <a:t>跨学科学习</a:t>
                </a:r>
                <a:r>
                  <a:rPr lang="en-US" sz="2800" b="1" dirty="0">
                    <a:solidFill>
                      <a:srgbClr val="373737"/>
                    </a:solidFill>
                    <a:latin typeface="Noto Sans Bold" panose="020B0802040504020204"/>
                    <a:ea typeface="Noto Sans Bold" panose="020B0802040504020204"/>
                    <a:cs typeface="Noto Sans Bold" panose="020B0802040504020204"/>
                    <a:sym typeface="Noto Sans Bold" panose="020B0802040504020204"/>
                  </a:rPr>
                  <a:t>:</a:t>
                </a:r>
                <a:r>
                  <a:rPr lang="en-US" sz="2800" dirty="0">
                    <a:solidFill>
                      <a:srgbClr val="373737"/>
                    </a:solidFill>
                    <a:latin typeface="Noto Sans" panose="020B0502040504020204"/>
                    <a:ea typeface="Noto Sans" panose="020B0502040504020204"/>
                    <a:cs typeface="Noto Sans" panose="020B0502040504020204"/>
                    <a:sym typeface="Noto Sans" panose="020B0502040504020204"/>
                  </a:rPr>
                  <a:t> </a:t>
                </a:r>
                <a:r>
                  <a:rPr lang="en-US" sz="2800" dirty="0" err="1">
                    <a:solidFill>
                      <a:srgbClr val="373737"/>
                    </a:solidFill>
                    <a:latin typeface="Noto Sans" panose="020B0502040504020204"/>
                    <a:ea typeface="Noto Sans" panose="020B0502040504020204"/>
                    <a:cs typeface="Noto Sans" panose="020B0502040504020204"/>
                    <a:sym typeface="Noto Sans" panose="020B0502040504020204"/>
                  </a:rPr>
                  <a:t>建立</a:t>
                </a:r>
                <a:r>
                  <a:rPr lang="en-US" sz="2800" dirty="0">
                    <a:solidFill>
                      <a:srgbClr val="FFFFFF"/>
                    </a:solidFill>
                    <a:latin typeface="Noto Sans" panose="020B0502040504020204"/>
                    <a:ea typeface="Noto Sans" panose="020B0502040504020204"/>
                    <a:cs typeface="Noto Sans" panose="020B0502040504020204"/>
                    <a:sym typeface="Noto Sans" panose="020B0502040504020204"/>
                  </a:rPr>
                  <a:t> </a:t>
                </a:r>
                <a:r>
                  <a:rPr lang="en-US" sz="2800" dirty="0" err="1">
                    <a:solidFill>
                      <a:schemeClr val="accent2"/>
                    </a:solidFill>
                    <a:latin typeface="Noto Sans" panose="020B0502040504020204"/>
                    <a:ea typeface="Noto Sans" panose="020B0502040504020204"/>
                    <a:cs typeface="Noto Sans" panose="020B0502040504020204"/>
                    <a:sym typeface="Noto Sans" panose="020B0502040504020204"/>
                  </a:rPr>
                  <a:t>生物信息学</a:t>
                </a:r>
                <a:r>
                  <a:rPr lang="en-US" sz="2800" dirty="0">
                    <a:solidFill>
                      <a:srgbClr val="FFFFFF"/>
                    </a:solidFill>
                    <a:latin typeface="Noto Sans" panose="020B0502040504020204"/>
                    <a:ea typeface="Noto Sans" panose="020B0502040504020204"/>
                    <a:cs typeface="Noto Sans" panose="020B0502040504020204"/>
                    <a:sym typeface="Noto Sans" panose="020B0502040504020204"/>
                  </a:rPr>
                  <a:t> </a:t>
                </a:r>
                <a:r>
                  <a:rPr lang="en-US" sz="2800" dirty="0" err="1">
                    <a:solidFill>
                      <a:srgbClr val="373737"/>
                    </a:solidFill>
                    <a:latin typeface="Noto Sans" panose="020B0502040504020204"/>
                    <a:ea typeface="Noto Sans" panose="020B0502040504020204"/>
                    <a:cs typeface="Noto Sans" panose="020B0502040504020204"/>
                    <a:sym typeface="Noto Sans" panose="020B0502040504020204"/>
                  </a:rPr>
                  <a:t>中生物学与计算机科学的关联</a:t>
                </a:r>
                <a:r>
                  <a:rPr lang="en-US" sz="2800" dirty="0">
                    <a:solidFill>
                      <a:srgbClr val="373737"/>
                    </a:solidFill>
                    <a:latin typeface="Noto Sans" panose="020B0502040504020204"/>
                    <a:ea typeface="Noto Sans" panose="020B0502040504020204"/>
                    <a:cs typeface="Noto Sans" panose="020B0502040504020204"/>
                    <a:sym typeface="Noto Sans" panose="020B0502040504020204"/>
                  </a:rPr>
                  <a:t>。</a:t>
                </a:r>
                <a:endParaRPr lang="en-US" sz="2800" dirty="0">
                  <a:solidFill>
                    <a:srgbClr val="373737"/>
                  </a:solidFill>
                  <a:latin typeface="Noto Sans" panose="020B0502040504020204"/>
                  <a:ea typeface="Noto Sans" panose="020B0502040504020204"/>
                  <a:cs typeface="Noto Sans" panose="020B0502040504020204"/>
                  <a:sym typeface="Noto Sans" panose="020B0502040504020204"/>
                </a:endParaRPr>
              </a:p>
            </p:txBody>
          </p:sp>
        </p:grpSp>
      </p:grpSp>
      <p:grpSp>
        <p:nvGrpSpPr>
          <p:cNvPr id="63" name="组合 62"/>
          <p:cNvGrpSpPr/>
          <p:nvPr/>
        </p:nvGrpSpPr>
        <p:grpSpPr>
          <a:xfrm>
            <a:off x="10126980" y="1447800"/>
            <a:ext cx="8001000" cy="8514080"/>
            <a:chOff x="15600" y="2192"/>
            <a:chExt cx="12600" cy="13408"/>
          </a:xfrm>
        </p:grpSpPr>
        <p:grpSp>
          <p:nvGrpSpPr>
            <p:cNvPr id="64" name="Group 18"/>
            <p:cNvGrpSpPr/>
            <p:nvPr/>
          </p:nvGrpSpPr>
          <p:grpSpPr>
            <a:xfrm>
              <a:off x="20172" y="2192"/>
              <a:ext cx="8028" cy="13408"/>
              <a:chOff x="4480560" y="-176107"/>
              <a:chExt cx="6797040" cy="11352107"/>
            </a:xfrm>
          </p:grpSpPr>
          <p:sp>
            <p:nvSpPr>
              <p:cNvPr id="65" name="Freeform 19"/>
              <p:cNvSpPr/>
              <p:nvPr/>
            </p:nvSpPr>
            <p:spPr>
              <a:xfrm>
                <a:off x="4480560" y="-176107"/>
                <a:ext cx="6797040" cy="11352107"/>
              </a:xfrm>
              <a:custGeom>
                <a:avLst/>
                <a:gdLst/>
                <a:ahLst/>
                <a:cxnLst/>
                <a:rect l="l" t="t" r="r" b="b"/>
                <a:pathLst>
                  <a:path w="11277600" h="11176000">
                    <a:moveTo>
                      <a:pt x="203200" y="0"/>
                    </a:moveTo>
                    <a:lnTo>
                      <a:pt x="11074400" y="0"/>
                    </a:lnTo>
                    <a:cubicBezTo>
                      <a:pt x="11186668" y="0"/>
                      <a:pt x="11277600" y="90932"/>
                      <a:pt x="11277600" y="203200"/>
                    </a:cubicBezTo>
                    <a:lnTo>
                      <a:pt x="11277600" y="10972800"/>
                    </a:lnTo>
                    <a:cubicBezTo>
                      <a:pt x="11277600" y="11085068"/>
                      <a:pt x="11186668" y="11176000"/>
                      <a:pt x="11074400" y="11176000"/>
                    </a:cubicBezTo>
                    <a:lnTo>
                      <a:pt x="203200" y="11176000"/>
                    </a:lnTo>
                    <a:cubicBezTo>
                      <a:pt x="90932" y="11176000"/>
                      <a:pt x="0" y="11085068"/>
                      <a:pt x="0" y="10972800"/>
                    </a:cubicBezTo>
                    <a:lnTo>
                      <a:pt x="0" y="203200"/>
                    </a:lnTo>
                    <a:cubicBezTo>
                      <a:pt x="0" y="91059"/>
                      <a:pt x="91059" y="0"/>
                      <a:pt x="203200" y="0"/>
                    </a:cubicBezTo>
                    <a:close/>
                  </a:path>
                </a:pathLst>
              </a:custGeom>
              <a:solidFill>
                <a:srgbClr val="8FA7D0">
                  <a:alpha val="3922"/>
                </a:srgbClr>
              </a:solidFill>
            </p:spPr>
            <p:txBody>
              <a:bodyPr/>
              <a:p>
                <a:endParaRPr lang="zh-CN" altLang="en-US"/>
              </a:p>
            </p:txBody>
          </p:sp>
        </p:grpSp>
        <p:grpSp>
          <p:nvGrpSpPr>
            <p:cNvPr id="66" name="Group 20"/>
            <p:cNvGrpSpPr/>
            <p:nvPr/>
          </p:nvGrpSpPr>
          <p:grpSpPr>
            <a:xfrm>
              <a:off x="20761" y="3045"/>
              <a:ext cx="1440" cy="1440"/>
              <a:chOff x="4369647" y="-63500"/>
              <a:chExt cx="1219200" cy="1219200"/>
            </a:xfrm>
          </p:grpSpPr>
          <p:sp>
            <p:nvSpPr>
              <p:cNvPr id="67" name="Freeform 21"/>
              <p:cNvSpPr/>
              <p:nvPr/>
            </p:nvSpPr>
            <p:spPr>
              <a:xfrm>
                <a:off x="4369647" y="-63500"/>
                <a:ext cx="1219200" cy="1219200"/>
              </a:xfrm>
              <a:custGeom>
                <a:avLst/>
                <a:gdLst/>
                <a:ahLst/>
                <a:cxnLst/>
                <a:rect l="l" t="t" r="r" b="b"/>
                <a:pathLst>
                  <a:path w="1219200" h="1219200">
                    <a:moveTo>
                      <a:pt x="609600" y="0"/>
                    </a:moveTo>
                    <a:cubicBezTo>
                      <a:pt x="946023" y="0"/>
                      <a:pt x="1219200" y="273177"/>
                      <a:pt x="1219200" y="609600"/>
                    </a:cubicBezTo>
                    <a:cubicBezTo>
                      <a:pt x="1219200" y="946023"/>
                      <a:pt x="946023" y="1219200"/>
                      <a:pt x="609600" y="1219200"/>
                    </a:cubicBezTo>
                    <a:cubicBezTo>
                      <a:pt x="273177" y="1219200"/>
                      <a:pt x="0" y="946023"/>
                      <a:pt x="0" y="609600"/>
                    </a:cubicBezTo>
                    <a:cubicBezTo>
                      <a:pt x="0" y="273177"/>
                      <a:pt x="273177" y="0"/>
                      <a:pt x="609600" y="0"/>
                    </a:cubicBezTo>
                    <a:close/>
                  </a:path>
                </a:pathLst>
              </a:custGeom>
              <a:solidFill>
                <a:srgbClr val="7097E5"/>
              </a:solidFill>
            </p:spPr>
          </p:sp>
        </p:grpSp>
        <p:sp>
          <p:nvSpPr>
            <p:cNvPr id="68" name="Freeform 22"/>
            <p:cNvSpPr/>
            <p:nvPr/>
          </p:nvSpPr>
          <p:spPr>
            <a:xfrm>
              <a:off x="21121" y="3405"/>
              <a:ext cx="720" cy="72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69" name="Group 23"/>
            <p:cNvGrpSpPr/>
            <p:nvPr/>
          </p:nvGrpSpPr>
          <p:grpSpPr>
            <a:xfrm>
              <a:off x="17520" y="3315"/>
              <a:ext cx="10200" cy="1005"/>
              <a:chOff x="0" y="-38100"/>
              <a:chExt cx="8636000" cy="850900"/>
            </a:xfrm>
          </p:grpSpPr>
          <p:sp>
            <p:nvSpPr>
              <p:cNvPr id="70" name="Freeform 24"/>
              <p:cNvSpPr/>
              <p:nvPr/>
            </p:nvSpPr>
            <p:spPr>
              <a:xfrm>
                <a:off x="0" y="0"/>
                <a:ext cx="42672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4267200" h="812800">
                    <a:moveTo>
                      <a:pt x="0" y="0"/>
                    </a:moveTo>
                    <a:lnTo>
                      <a:pt x="4267200" y="0"/>
                    </a:lnTo>
                    <a:lnTo>
                      <a:pt x="42672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id="71" name="TextBox 25"/>
              <p:cNvSpPr txBox="1"/>
              <p:nvPr/>
            </p:nvSpPr>
            <p:spPr>
              <a:xfrm>
                <a:off x="4368800" y="-38100"/>
                <a:ext cx="4267200" cy="850900"/>
              </a:xfrm>
              <a:prstGeom prst="rect">
                <a:avLst/>
              </a:prstGeom>
            </p:spPr>
            <p:txBody>
              <a:bodyPr lIns="0" tIns="0" rIns="0" bIns="0" rtlCol="0" anchor="ctr"/>
              <a:p>
                <a:pPr algn="l">
                  <a:lnSpc>
                    <a:spcPts val="4750"/>
                  </a:lnSpc>
                </a:pPr>
                <a:r>
                  <a:rPr lang="en-US" sz="3600" b="1">
                    <a:solidFill>
                      <a:srgbClr val="5C7CB3"/>
                    </a:solidFill>
                    <a:latin typeface="Noto Sans Bold" panose="020B0802040504020204"/>
                    <a:ea typeface="Noto Sans Bold" panose="020B0802040504020204"/>
                    <a:cs typeface="Noto Sans Bold" panose="020B0802040504020204"/>
                    <a:sym typeface="Noto Sans Bold" panose="020B0802040504020204"/>
                  </a:rPr>
                  <a:t>职业技能提升</a:t>
                </a:r>
                <a:endParaRPr lang="en-US" sz="3600" b="1">
                  <a:solidFill>
                    <a:srgbClr val="5C7CB3"/>
                  </a:solidFill>
                  <a:latin typeface="Noto Sans Bold" panose="020B0802040504020204"/>
                  <a:ea typeface="Noto Sans Bold" panose="020B0802040504020204"/>
                  <a:cs typeface="Noto Sans Bold" panose="020B0802040504020204"/>
                  <a:sym typeface="Noto Sans Bold" panose="020B0802040504020204"/>
                </a:endParaRPr>
              </a:p>
            </p:txBody>
          </p:sp>
        </p:grpSp>
        <p:grpSp>
          <p:nvGrpSpPr>
            <p:cNvPr id="72" name="Group 26"/>
            <p:cNvGrpSpPr/>
            <p:nvPr/>
          </p:nvGrpSpPr>
          <p:grpSpPr>
            <a:xfrm>
              <a:off x="15600" y="4984"/>
              <a:ext cx="11880" cy="9896"/>
              <a:chOff x="0" y="-47413"/>
              <a:chExt cx="10058400" cy="8378613"/>
            </a:xfrm>
          </p:grpSpPr>
          <p:sp>
            <p:nvSpPr>
              <p:cNvPr id="73" name="Freeform 27"/>
              <p:cNvSpPr/>
              <p:nvPr/>
            </p:nvSpPr>
            <p:spPr>
              <a:xfrm>
                <a:off x="0" y="0"/>
                <a:ext cx="10058400" cy="8331200"/>
              </a:xfrm>
              <a:custGeom>
                <a:avLst/>
                <a:gdLst/>
                <a:ahLst/>
                <a:cxnLst/>
                <a:rect l="l" t="t" r="r" b="b"/>
                <a:pathLst>
                  <a:path w="10058400" h="8331200">
                    <a:moveTo>
                      <a:pt x="0" y="0"/>
                    </a:moveTo>
                    <a:lnTo>
                      <a:pt x="10058400" y="0"/>
                    </a:lnTo>
                    <a:lnTo>
                      <a:pt x="10058400" y="8331200"/>
                    </a:lnTo>
                    <a:lnTo>
                      <a:pt x="0" y="833120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74" name="TextBox 28"/>
              <p:cNvSpPr txBox="1"/>
              <p:nvPr/>
            </p:nvSpPr>
            <p:spPr>
              <a:xfrm>
                <a:off x="4141047" y="-47413"/>
                <a:ext cx="5917353" cy="8378613"/>
              </a:xfrm>
              <a:prstGeom prst="rect">
                <a:avLst/>
              </a:prstGeom>
            </p:spPr>
            <p:txBody>
              <a:bodyPr lIns="0" tIns="0" rIns="0" bIns="0" rtlCol="0" anchor="ctr"/>
              <a:p>
                <a:pPr marL="380365" lvl="1" indent="-189865" algn="l">
                  <a:lnSpc>
                    <a:spcPct val="150000"/>
                  </a:lnSpc>
                  <a:buFont typeface="Arial" panose="020B0604020202020204"/>
                  <a:buChar char="•"/>
                </a:pPr>
                <a:r>
                  <a:rPr lang="en-US" sz="2800" b="1" dirty="0" err="1">
                    <a:solidFill>
                      <a:srgbClr val="373737"/>
                    </a:solidFill>
                    <a:latin typeface="Noto Sans Bold" panose="020B0802040504020204"/>
                    <a:ea typeface="Noto Sans Bold" panose="020B0802040504020204"/>
                    <a:cs typeface="Noto Sans Bold" panose="020B0802040504020204"/>
                    <a:sym typeface="Noto Sans Bold" panose="020B0802040504020204"/>
                  </a:rPr>
                  <a:t>技术栈学习</a:t>
                </a:r>
                <a:r>
                  <a:rPr lang="en-US" sz="2800" b="1" dirty="0">
                    <a:solidFill>
                      <a:srgbClr val="373737"/>
                    </a:solidFill>
                    <a:latin typeface="Noto Sans Bold" panose="020B0802040504020204"/>
                    <a:ea typeface="Noto Sans Bold" panose="020B0802040504020204"/>
                    <a:cs typeface="Noto Sans Bold" panose="020B0802040504020204"/>
                    <a:sym typeface="Noto Sans Bold" panose="020B0802040504020204"/>
                  </a:rPr>
                  <a:t>:</a:t>
                </a:r>
                <a:r>
                  <a:rPr lang="en-US" sz="2800" dirty="0">
                    <a:solidFill>
                      <a:srgbClr val="373737"/>
                    </a:solidFill>
                    <a:latin typeface="Noto Sans" panose="020B0502040504020204"/>
                    <a:ea typeface="Noto Sans" panose="020B0502040504020204"/>
                    <a:cs typeface="Noto Sans" panose="020B0502040504020204"/>
                    <a:sym typeface="Noto Sans" panose="020B0502040504020204"/>
                  </a:rPr>
                  <a:t> </a:t>
                </a:r>
                <a:r>
                  <a:rPr lang="en-US" sz="2800" dirty="0" err="1">
                    <a:solidFill>
                      <a:srgbClr val="373737"/>
                    </a:solidFill>
                    <a:latin typeface="Noto Sans" panose="020B0502040504020204"/>
                    <a:ea typeface="Noto Sans" panose="020B0502040504020204"/>
                    <a:cs typeface="Noto Sans" panose="020B0502040504020204"/>
                    <a:sym typeface="Noto Sans" panose="020B0502040504020204"/>
                  </a:rPr>
                  <a:t>系统掌握</a:t>
                </a:r>
                <a:r>
                  <a:rPr lang="en-US" sz="2800" dirty="0">
                    <a:solidFill>
                      <a:srgbClr val="FFFFFF"/>
                    </a:solidFill>
                    <a:latin typeface="Noto Sans" panose="020B0502040504020204"/>
                    <a:ea typeface="Noto Sans" panose="020B0502040504020204"/>
                    <a:cs typeface="Noto Sans" panose="020B0502040504020204"/>
                    <a:sym typeface="Noto Sans" panose="020B0502040504020204"/>
                  </a:rPr>
                  <a:t> </a:t>
                </a:r>
                <a:r>
                  <a:rPr lang="en-US" sz="2800" dirty="0" err="1">
                    <a:solidFill>
                      <a:schemeClr val="accent2"/>
                    </a:solidFill>
                    <a:latin typeface="Noto Sans" panose="020B0502040504020204"/>
                    <a:ea typeface="Noto Sans" panose="020B0502040504020204"/>
                    <a:cs typeface="Noto Sans" panose="020B0502040504020204"/>
                    <a:sym typeface="Noto Sans" panose="020B0502040504020204"/>
                  </a:rPr>
                  <a:t>前端开发</a:t>
                </a:r>
                <a:r>
                  <a:rPr lang="en-US" sz="2800" dirty="0">
                    <a:solidFill>
                      <a:srgbClr val="FFFFFF"/>
                    </a:solidFill>
                    <a:latin typeface="Noto Sans" panose="020B0502040504020204"/>
                    <a:ea typeface="Noto Sans" panose="020B0502040504020204"/>
                    <a:cs typeface="Noto Sans" panose="020B0502040504020204"/>
                    <a:sym typeface="Noto Sans" panose="020B0502040504020204"/>
                  </a:rPr>
                  <a:t> </a:t>
                </a:r>
                <a:r>
                  <a:rPr lang="en-US" sz="2800" dirty="0" err="1">
                    <a:solidFill>
                      <a:srgbClr val="373737"/>
                    </a:solidFill>
                    <a:latin typeface="Noto Sans" panose="020B0502040504020204"/>
                    <a:ea typeface="Noto Sans" panose="020B0502040504020204"/>
                    <a:cs typeface="Noto Sans" panose="020B0502040504020204"/>
                    <a:sym typeface="Noto Sans" panose="020B0502040504020204"/>
                  </a:rPr>
                  <a:t>技能树：HTML</a:t>
                </a:r>
                <a:r>
                  <a:rPr lang="en-US" sz="2800" dirty="0">
                    <a:solidFill>
                      <a:srgbClr val="373737"/>
                    </a:solidFill>
                    <a:latin typeface="Noto Sans" panose="020B0502040504020204"/>
                    <a:ea typeface="Noto Sans" panose="020B0502040504020204"/>
                    <a:cs typeface="Noto Sans" panose="020B0502040504020204"/>
                    <a:sym typeface="Noto Sans" panose="020B0502040504020204"/>
                  </a:rPr>
                  <a:t> → CSS → JavaScript → React。</a:t>
                </a:r>
                <a:endParaRPr lang="en-US" sz="2800" dirty="0">
                  <a:solidFill>
                    <a:srgbClr val="373737"/>
                  </a:solidFill>
                  <a:latin typeface="Noto Sans" panose="020B0502040504020204"/>
                  <a:ea typeface="Noto Sans" panose="020B0502040504020204"/>
                  <a:cs typeface="Noto Sans" panose="020B0502040504020204"/>
                  <a:sym typeface="Noto Sans" panose="020B0502040504020204"/>
                </a:endParaRPr>
              </a:p>
              <a:p>
                <a:pPr marL="380365" lvl="1" indent="-189865" algn="l">
                  <a:lnSpc>
                    <a:spcPct val="150000"/>
                  </a:lnSpc>
                  <a:buFont typeface="Arial" panose="020B0604020202020204"/>
                  <a:buChar char="•"/>
                </a:pPr>
                <a:r>
                  <a:rPr lang="en-US" sz="2800" b="1" dirty="0" err="1">
                    <a:solidFill>
                      <a:srgbClr val="373737"/>
                    </a:solidFill>
                    <a:latin typeface="Noto Sans Bold" panose="020B0802040504020204"/>
                    <a:ea typeface="Noto Sans Bold" panose="020B0802040504020204"/>
                    <a:cs typeface="Noto Sans Bold" panose="020B0802040504020204"/>
                    <a:sym typeface="Noto Sans Bold" panose="020B0802040504020204"/>
                  </a:rPr>
                  <a:t>认证考试</a:t>
                </a:r>
                <a:r>
                  <a:rPr lang="en-US" sz="2800" b="1" dirty="0">
                    <a:solidFill>
                      <a:srgbClr val="373737"/>
                    </a:solidFill>
                    <a:latin typeface="Noto Sans Bold" panose="020B0802040504020204"/>
                    <a:ea typeface="Noto Sans Bold" panose="020B0802040504020204"/>
                    <a:cs typeface="Noto Sans Bold" panose="020B0802040504020204"/>
                    <a:sym typeface="Noto Sans Bold" panose="020B0802040504020204"/>
                  </a:rPr>
                  <a:t>:</a:t>
                </a:r>
                <a:r>
                  <a:rPr lang="en-US" sz="2800" dirty="0">
                    <a:solidFill>
                      <a:srgbClr val="373737"/>
                    </a:solidFill>
                    <a:latin typeface="Noto Sans" panose="020B0502040504020204"/>
                    <a:ea typeface="Noto Sans" panose="020B0502040504020204"/>
                    <a:cs typeface="Noto Sans" panose="020B0502040504020204"/>
                    <a:sym typeface="Noto Sans" panose="020B0502040504020204"/>
                  </a:rPr>
                  <a:t> </a:t>
                </a:r>
                <a:r>
                  <a:rPr lang="en-US" sz="2800" dirty="0" err="1">
                    <a:solidFill>
                      <a:srgbClr val="373737"/>
                    </a:solidFill>
                    <a:latin typeface="Noto Sans" panose="020B0502040504020204"/>
                    <a:ea typeface="Noto Sans" panose="020B0502040504020204"/>
                    <a:cs typeface="Noto Sans" panose="020B0502040504020204"/>
                    <a:sym typeface="Noto Sans" panose="020B0502040504020204"/>
                  </a:rPr>
                  <a:t>结构化梳理</a:t>
                </a:r>
                <a:r>
                  <a:rPr lang="en-US" sz="2800" dirty="0">
                    <a:solidFill>
                      <a:srgbClr val="FFFFFF"/>
                    </a:solidFill>
                    <a:latin typeface="Noto Sans" panose="020B0502040504020204"/>
                    <a:ea typeface="Noto Sans" panose="020B0502040504020204"/>
                    <a:cs typeface="Noto Sans" panose="020B0502040504020204"/>
                    <a:sym typeface="Noto Sans" panose="020B0502040504020204"/>
                  </a:rPr>
                  <a:t> </a:t>
                </a:r>
                <a:r>
                  <a:rPr lang="en-US" sz="2800" dirty="0">
                    <a:solidFill>
                      <a:schemeClr val="accent2"/>
                    </a:solidFill>
                    <a:latin typeface="Noto Sans" panose="020B0502040504020204"/>
                    <a:ea typeface="Noto Sans" panose="020B0502040504020204"/>
                    <a:cs typeface="Noto Sans" panose="020B0502040504020204"/>
                    <a:sym typeface="Noto Sans" panose="020B0502040504020204"/>
                  </a:rPr>
                  <a:t>PMP 、 AWS </a:t>
                </a:r>
                <a:r>
                  <a:rPr lang="en-US" sz="2800" dirty="0" err="1">
                    <a:solidFill>
                      <a:srgbClr val="373737"/>
                    </a:solidFill>
                    <a:latin typeface="Noto Sans" panose="020B0502040504020204"/>
                    <a:ea typeface="Noto Sans" panose="020B0502040504020204"/>
                    <a:cs typeface="Noto Sans" panose="020B0502040504020204"/>
                    <a:sym typeface="Noto Sans" panose="020B0502040504020204"/>
                  </a:rPr>
                  <a:t>认证知识体系</a:t>
                </a:r>
                <a:r>
                  <a:rPr lang="en-US" sz="2800" dirty="0">
                    <a:solidFill>
                      <a:srgbClr val="373737"/>
                    </a:solidFill>
                    <a:latin typeface="Noto Sans" panose="020B0502040504020204"/>
                    <a:ea typeface="Noto Sans" panose="020B0502040504020204"/>
                    <a:cs typeface="Noto Sans" panose="020B0502040504020204"/>
                    <a:sym typeface="Noto Sans" panose="020B0502040504020204"/>
                  </a:rPr>
                  <a:t>。</a:t>
                </a:r>
                <a:endParaRPr lang="en-US" sz="2800" dirty="0">
                  <a:solidFill>
                    <a:srgbClr val="373737"/>
                  </a:solidFill>
                  <a:latin typeface="Noto Sans" panose="020B0502040504020204"/>
                  <a:ea typeface="Noto Sans" panose="020B0502040504020204"/>
                  <a:cs typeface="Noto Sans" panose="020B0502040504020204"/>
                  <a:sym typeface="Noto Sans" panose="020B0502040504020204"/>
                </a:endParaRPr>
              </a:p>
              <a:p>
                <a:pPr marL="380365" lvl="1" indent="-189865" algn="l">
                  <a:lnSpc>
                    <a:spcPct val="150000"/>
                  </a:lnSpc>
                  <a:buFont typeface="Arial" panose="020B0604020202020204"/>
                  <a:buChar char="•"/>
                </a:pPr>
                <a:r>
                  <a:rPr lang="en-US" sz="2800" b="1" dirty="0" err="1">
                    <a:solidFill>
                      <a:srgbClr val="373737"/>
                    </a:solidFill>
                    <a:latin typeface="Noto Sans Bold" panose="020B0802040504020204"/>
                    <a:ea typeface="Noto Sans Bold" panose="020B0802040504020204"/>
                    <a:cs typeface="Noto Sans Bold" panose="020B0802040504020204"/>
                    <a:sym typeface="Noto Sans Bold" panose="020B0802040504020204"/>
                  </a:rPr>
                  <a:t>行业知识构建</a:t>
                </a:r>
                <a:r>
                  <a:rPr lang="en-US" sz="2800" b="1" dirty="0">
                    <a:solidFill>
                      <a:srgbClr val="373737"/>
                    </a:solidFill>
                    <a:latin typeface="Noto Sans Bold" panose="020B0802040504020204"/>
                    <a:ea typeface="Noto Sans Bold" panose="020B0802040504020204"/>
                    <a:cs typeface="Noto Sans Bold" panose="020B0802040504020204"/>
                    <a:sym typeface="Noto Sans Bold" panose="020B0802040504020204"/>
                  </a:rPr>
                  <a:t>:</a:t>
                </a:r>
                <a:r>
                  <a:rPr lang="en-US" sz="2800" dirty="0">
                    <a:solidFill>
                      <a:srgbClr val="373737"/>
                    </a:solidFill>
                    <a:latin typeface="Noto Sans" panose="020B0502040504020204"/>
                    <a:ea typeface="Noto Sans" panose="020B0502040504020204"/>
                    <a:cs typeface="Noto Sans" panose="020B0502040504020204"/>
                    <a:sym typeface="Noto Sans" panose="020B0502040504020204"/>
                  </a:rPr>
                  <a:t> </a:t>
                </a:r>
                <a:r>
                  <a:rPr lang="en-US" sz="2800" dirty="0" err="1">
                    <a:solidFill>
                      <a:srgbClr val="373737"/>
                    </a:solidFill>
                    <a:latin typeface="Noto Sans" panose="020B0502040504020204"/>
                    <a:ea typeface="Noto Sans" panose="020B0502040504020204"/>
                    <a:cs typeface="Noto Sans" panose="020B0502040504020204"/>
                    <a:sym typeface="Noto Sans" panose="020B0502040504020204"/>
                  </a:rPr>
                  <a:t>快速构建</a:t>
                </a:r>
                <a:r>
                  <a:rPr lang="en-US" sz="2800" dirty="0">
                    <a:solidFill>
                      <a:srgbClr val="FFFFFF"/>
                    </a:solidFill>
                    <a:latin typeface="Noto Sans" panose="020B0502040504020204"/>
                    <a:ea typeface="Noto Sans" panose="020B0502040504020204"/>
                    <a:cs typeface="Noto Sans" panose="020B0502040504020204"/>
                    <a:sym typeface="Noto Sans" panose="020B0502040504020204"/>
                  </a:rPr>
                  <a:t> </a:t>
                </a:r>
                <a:r>
                  <a:rPr lang="en-US" sz="2800" dirty="0" err="1">
                    <a:solidFill>
                      <a:schemeClr val="accent2"/>
                    </a:solidFill>
                    <a:latin typeface="Noto Sans" panose="020B0502040504020204"/>
                    <a:ea typeface="Noto Sans" panose="020B0502040504020204"/>
                    <a:cs typeface="Noto Sans" panose="020B0502040504020204"/>
                    <a:sym typeface="Noto Sans" panose="020B0502040504020204"/>
                  </a:rPr>
                  <a:t>金融科技</a:t>
                </a:r>
                <a:r>
                  <a:rPr lang="en-US" sz="2800" dirty="0">
                    <a:solidFill>
                      <a:srgbClr val="FFFFFF"/>
                    </a:solidFill>
                    <a:latin typeface="Noto Sans" panose="020B0502040504020204"/>
                    <a:ea typeface="Noto Sans" panose="020B0502040504020204"/>
                    <a:cs typeface="Noto Sans" panose="020B0502040504020204"/>
                    <a:sym typeface="Noto Sans" panose="020B0502040504020204"/>
                  </a:rPr>
                  <a:t> </a:t>
                </a:r>
                <a:r>
                  <a:rPr lang="en-US" sz="2800" dirty="0" err="1">
                    <a:solidFill>
                      <a:srgbClr val="373737"/>
                    </a:solidFill>
                    <a:latin typeface="Noto Sans" panose="020B0502040504020204"/>
                    <a:ea typeface="Noto Sans" panose="020B0502040504020204"/>
                    <a:cs typeface="Noto Sans" panose="020B0502040504020204"/>
                    <a:sym typeface="Noto Sans" panose="020B0502040504020204"/>
                  </a:rPr>
                  <a:t>的复合知识体系</a:t>
                </a:r>
                <a:r>
                  <a:rPr lang="en-US" sz="2800" dirty="0">
                    <a:solidFill>
                      <a:srgbClr val="373737"/>
                    </a:solidFill>
                    <a:latin typeface="Noto Sans" panose="020B0502040504020204"/>
                    <a:ea typeface="Noto Sans" panose="020B0502040504020204"/>
                    <a:cs typeface="Noto Sans" panose="020B0502040504020204"/>
                    <a:sym typeface="Noto Sans" panose="020B0502040504020204"/>
                  </a:rPr>
                  <a:t>。</a:t>
                </a:r>
                <a:endParaRPr lang="en-US" sz="2800" dirty="0">
                  <a:solidFill>
                    <a:srgbClr val="373737"/>
                  </a:solidFill>
                  <a:latin typeface="Noto Sans" panose="020B0502040504020204"/>
                  <a:ea typeface="Noto Sans" panose="020B0502040504020204"/>
                  <a:cs typeface="Noto Sans" panose="020B0502040504020204"/>
                  <a:sym typeface="Noto Sans" panose="020B0502040504020204"/>
                </a:endParaRPr>
              </a:p>
            </p:txBody>
          </p:sp>
        </p:grpSp>
      </p:grp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https://kimi-img.moonshot.cn/pub/slides/slides_tmpl/image/25-09-04-11:33:06-d2sggsm1bb2p4onbon10.jp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/>
              </a:stretch>
            </a:blipFill>
          </p:spPr>
        </p:sp>
      </p:grp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0" y="3703320"/>
            <a:ext cx="7774305" cy="2752725"/>
            <a:chOff x="0" y="0"/>
            <a:chExt cx="10365740" cy="3670300"/>
          </a:xfrm>
        </p:grpSpPr>
        <p:sp>
          <p:nvSpPr>
            <p:cNvPr id="5" name="Freeform 5" descr="https://kimi-img.moonshot.cn/pub/slides/slides_tmpl/image/25-09-04-11:33:05-d2sggse1bb2p4onbomv0.png"/>
            <p:cNvSpPr/>
            <p:nvPr/>
          </p:nvSpPr>
          <p:spPr>
            <a:xfrm>
              <a:off x="0" y="0"/>
              <a:ext cx="10365740" cy="3670300"/>
            </a:xfrm>
            <a:custGeom>
              <a:avLst/>
              <a:gdLst/>
              <a:ahLst/>
              <a:cxnLst/>
              <a:rect l="l" t="t" r="r" b="b"/>
              <a:pathLst>
                <a:path w="10365740" h="3670300">
                  <a:moveTo>
                    <a:pt x="0" y="0"/>
                  </a:moveTo>
                  <a:lnTo>
                    <a:pt x="10365740" y="0"/>
                  </a:lnTo>
                  <a:lnTo>
                    <a:pt x="10365740" y="3670300"/>
                  </a:lnTo>
                  <a:lnTo>
                    <a:pt x="0" y="3670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62" b="-62"/>
              </a:stretch>
            </a:blipFill>
          </p:spPr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10666243" y="4890612"/>
            <a:ext cx="2552700" cy="2552700"/>
            <a:chOff x="0" y="0"/>
            <a:chExt cx="3403600" cy="3403600"/>
          </a:xfrm>
        </p:grpSpPr>
        <p:sp>
          <p:nvSpPr>
            <p:cNvPr id="7" name="Freeform 7" descr="https://kimi-img.moonshot.cn/pub/slides/slides_tmpl/image/25-09-04-11:33:05-d2sggse1bb2p4onbomvg.png"/>
            <p:cNvSpPr/>
            <p:nvPr/>
          </p:nvSpPr>
          <p:spPr>
            <a:xfrm>
              <a:off x="0" y="0"/>
              <a:ext cx="3403600" cy="3403600"/>
            </a:xfrm>
            <a:custGeom>
              <a:avLst/>
              <a:gdLst/>
              <a:ahLst/>
              <a:cxnLst/>
              <a:rect l="l" t="t" r="r" b="b"/>
              <a:pathLst>
                <a:path w="3403600" h="3403600">
                  <a:moveTo>
                    <a:pt x="0" y="0"/>
                  </a:moveTo>
                  <a:lnTo>
                    <a:pt x="3403600" y="0"/>
                  </a:lnTo>
                  <a:lnTo>
                    <a:pt x="3403600" y="3403600"/>
                  </a:lnTo>
                  <a:lnTo>
                    <a:pt x="0" y="3403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8" name="Group 8"/>
          <p:cNvGrpSpPr>
            <a:grpSpLocks noChangeAspect="1"/>
          </p:cNvGrpSpPr>
          <p:nvPr/>
        </p:nvGrpSpPr>
        <p:grpSpPr>
          <a:xfrm>
            <a:off x="11416665" y="3043238"/>
            <a:ext cx="4186238" cy="4200525"/>
            <a:chOff x="0" y="0"/>
            <a:chExt cx="5581650" cy="5600700"/>
          </a:xfrm>
        </p:grpSpPr>
        <p:sp>
          <p:nvSpPr>
            <p:cNvPr id="9" name="Freeform 9" descr="https://kimi-img.moonshot.cn/pub/slides/slides_tmpl/image/25-09-04-11:33:06-d2sggsm1bb2p4onbon0g.png"/>
            <p:cNvSpPr/>
            <p:nvPr/>
          </p:nvSpPr>
          <p:spPr>
            <a:xfrm>
              <a:off x="0" y="0"/>
              <a:ext cx="5581650" cy="5600700"/>
            </a:xfrm>
            <a:custGeom>
              <a:avLst/>
              <a:gdLst/>
              <a:ahLst/>
              <a:cxnLst/>
              <a:rect l="l" t="t" r="r" b="b"/>
              <a:pathLst>
                <a:path w="5581650" h="5600700">
                  <a:moveTo>
                    <a:pt x="0" y="0"/>
                  </a:moveTo>
                  <a:lnTo>
                    <a:pt x="5581650" y="0"/>
                  </a:lnTo>
                  <a:lnTo>
                    <a:pt x="5581650" y="5600700"/>
                  </a:lnTo>
                  <a:lnTo>
                    <a:pt x="0" y="5600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10" name="Group 10"/>
          <p:cNvGrpSpPr>
            <a:grpSpLocks noChangeAspect="1"/>
          </p:cNvGrpSpPr>
          <p:nvPr/>
        </p:nvGrpSpPr>
        <p:grpSpPr>
          <a:xfrm rot="-5400000">
            <a:off x="15998190" y="-12383"/>
            <a:ext cx="394335" cy="1755457"/>
            <a:chOff x="0" y="0"/>
            <a:chExt cx="525780" cy="2340610"/>
          </a:xfrm>
        </p:grpSpPr>
        <p:sp>
          <p:nvSpPr>
            <p:cNvPr id="11" name="Freeform 11" descr="https://kimi-img.moonshot.cn/pub/slides/slides_tmpl/image/25-09-04-11:33:04-d2sggs61bb2p4onbomu0.png"/>
            <p:cNvSpPr/>
            <p:nvPr/>
          </p:nvSpPr>
          <p:spPr>
            <a:xfrm>
              <a:off x="0" y="0"/>
              <a:ext cx="525780" cy="2340610"/>
            </a:xfrm>
            <a:custGeom>
              <a:avLst/>
              <a:gdLst/>
              <a:ahLst/>
              <a:cxnLst/>
              <a:rect l="l" t="t" r="r" b="b"/>
              <a:pathLst>
                <a:path w="525780" h="2340610">
                  <a:moveTo>
                    <a:pt x="0" y="0"/>
                  </a:moveTo>
                  <a:lnTo>
                    <a:pt x="525780" y="0"/>
                  </a:lnTo>
                  <a:lnTo>
                    <a:pt x="525780" y="2340610"/>
                  </a:lnTo>
                  <a:lnTo>
                    <a:pt x="0" y="23406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40000"/>
              </a:blip>
              <a:stretch>
                <a:fillRect l="-261" r="-261"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12387018" y="4027647"/>
            <a:ext cx="2245533" cy="1943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00"/>
              </a:lnSpc>
            </a:pPr>
            <a:r>
              <a:rPr lang="en-US" sz="12750" dirty="0">
                <a:solidFill>
                  <a:srgbClr val="F2F7FA"/>
                </a:solidFill>
                <a:latin typeface="Noto Sans" panose="020B0502040504020204"/>
                <a:ea typeface="Noto Sans" panose="020B0502040504020204"/>
                <a:cs typeface="Noto Sans" panose="020B0502040504020204"/>
                <a:sym typeface="Noto Sans" panose="020B0502040504020204"/>
              </a:rPr>
              <a:t>06</a:t>
            </a:r>
            <a:endParaRPr lang="en-US" sz="12750" dirty="0">
              <a:solidFill>
                <a:srgbClr val="F2F7FA"/>
              </a:solidFill>
              <a:latin typeface="Noto Sans" panose="020B0502040504020204"/>
              <a:ea typeface="Noto Sans" panose="020B0502040504020204"/>
              <a:cs typeface="Noto Sans" panose="020B0502040504020204"/>
              <a:sym typeface="Noto Sans" panose="020B0502040504020204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970598" y="4716780"/>
            <a:ext cx="11471910" cy="784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20"/>
              </a:lnSpc>
            </a:pPr>
            <a:r>
              <a:rPr lang="zh-CN" altLang="en-US" sz="5100">
                <a:solidFill>
                  <a:srgbClr val="0D0D0D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未来</a:t>
            </a:r>
            <a:r>
              <a:rPr lang="zh-CN" altLang="en-US" sz="5100">
                <a:solidFill>
                  <a:srgbClr val="0D0D0D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目标</a:t>
            </a:r>
            <a:endParaRPr lang="zh-CN" altLang="en-US" sz="5100">
              <a:solidFill>
                <a:srgbClr val="0D0D0D"/>
              </a:solidFill>
              <a:latin typeface="Arimo" panose="020B0604020202020204"/>
              <a:ea typeface="Arimo" panose="020B0604020202020204"/>
              <a:cs typeface="Arimo" panose="020B0604020202020204"/>
              <a:sym typeface="Arimo" panose="020B0604020202020204"/>
            </a:endParaRPr>
          </a:p>
        </p:txBody>
      </p:sp>
      <p:grpSp>
        <p:nvGrpSpPr>
          <p:cNvPr id="14" name="Group 14"/>
          <p:cNvGrpSpPr/>
          <p:nvPr/>
        </p:nvGrpSpPr>
        <p:grpSpPr>
          <a:xfrm>
            <a:off x="13970677" y="9491705"/>
            <a:ext cx="3109912" cy="14288"/>
            <a:chOff x="0" y="0"/>
            <a:chExt cx="4146550" cy="19050"/>
          </a:xfrm>
        </p:grpSpPr>
        <p:sp>
          <p:nvSpPr>
            <p:cNvPr id="15" name="Freeform 15"/>
            <p:cNvSpPr/>
            <p:nvPr/>
          </p:nvSpPr>
          <p:spPr>
            <a:xfrm>
              <a:off x="9525" y="0"/>
              <a:ext cx="4127500" cy="19050"/>
            </a:xfrm>
            <a:custGeom>
              <a:avLst/>
              <a:gdLst/>
              <a:ahLst/>
              <a:cxnLst/>
              <a:rect l="l" t="t" r="r" b="b"/>
              <a:pathLst>
                <a:path w="4127500" h="19050">
                  <a:moveTo>
                    <a:pt x="0" y="0"/>
                  </a:moveTo>
                  <a:lnTo>
                    <a:pt x="4127500" y="0"/>
                  </a:lnTo>
                  <a:lnTo>
                    <a:pt x="41275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000000">
                <a:alpha val="4706"/>
              </a:srgbClr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854698" y="737850"/>
            <a:ext cx="333009" cy="82396"/>
            <a:chOff x="0" y="0"/>
            <a:chExt cx="444012" cy="109862"/>
          </a:xfrm>
        </p:grpSpPr>
        <p:sp>
          <p:nvSpPr>
            <p:cNvPr id="17" name="Freeform 17"/>
            <p:cNvSpPr/>
            <p:nvPr/>
          </p:nvSpPr>
          <p:spPr>
            <a:xfrm>
              <a:off x="12700" y="12700"/>
              <a:ext cx="418592" cy="84455"/>
            </a:xfrm>
            <a:custGeom>
              <a:avLst/>
              <a:gdLst/>
              <a:ahLst/>
              <a:cxnLst/>
              <a:rect l="l" t="t" r="r" b="b"/>
              <a:pathLst>
                <a:path w="418592" h="84455">
                  <a:moveTo>
                    <a:pt x="0" y="0"/>
                  </a:moveTo>
                  <a:lnTo>
                    <a:pt x="418592" y="0"/>
                  </a:lnTo>
                  <a:lnTo>
                    <a:pt x="418592" y="84455"/>
                  </a:lnTo>
                  <a:lnTo>
                    <a:pt x="0" y="84455"/>
                  </a:lnTo>
                  <a:close/>
                </a:path>
              </a:pathLst>
            </a:custGeom>
            <a:solidFill>
              <a:srgbClr val="92ABDF"/>
            </a:solidFill>
          </p:spPr>
        </p:sp>
        <p:sp>
          <p:nvSpPr>
            <p:cNvPr id="18" name="Freeform 18"/>
            <p:cNvSpPr/>
            <p:nvPr/>
          </p:nvSpPr>
          <p:spPr>
            <a:xfrm>
              <a:off x="0" y="0"/>
              <a:ext cx="443992" cy="109855"/>
            </a:xfrm>
            <a:custGeom>
              <a:avLst/>
              <a:gdLst/>
              <a:ahLst/>
              <a:cxnLst/>
              <a:rect l="l" t="t" r="r" b="b"/>
              <a:pathLst>
                <a:path w="443992" h="109855">
                  <a:moveTo>
                    <a:pt x="12700" y="0"/>
                  </a:moveTo>
                  <a:lnTo>
                    <a:pt x="431292" y="0"/>
                  </a:lnTo>
                  <a:cubicBezTo>
                    <a:pt x="438277" y="0"/>
                    <a:pt x="443992" y="5715"/>
                    <a:pt x="443992" y="12700"/>
                  </a:cubicBezTo>
                  <a:lnTo>
                    <a:pt x="443992" y="97155"/>
                  </a:lnTo>
                  <a:cubicBezTo>
                    <a:pt x="443992" y="104140"/>
                    <a:pt x="438277" y="109855"/>
                    <a:pt x="431292" y="109855"/>
                  </a:cubicBezTo>
                  <a:lnTo>
                    <a:pt x="12700" y="109855"/>
                  </a:lnTo>
                  <a:cubicBezTo>
                    <a:pt x="5715" y="109855"/>
                    <a:pt x="0" y="104140"/>
                    <a:pt x="0" y="97155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97155"/>
                  </a:lnTo>
                  <a:lnTo>
                    <a:pt x="12700" y="97155"/>
                  </a:lnTo>
                  <a:lnTo>
                    <a:pt x="12700" y="84455"/>
                  </a:lnTo>
                  <a:lnTo>
                    <a:pt x="431292" y="84455"/>
                  </a:lnTo>
                  <a:lnTo>
                    <a:pt x="431292" y="97155"/>
                  </a:lnTo>
                  <a:lnTo>
                    <a:pt x="418592" y="97155"/>
                  </a:lnTo>
                  <a:lnTo>
                    <a:pt x="418592" y="12700"/>
                  </a:lnTo>
                  <a:lnTo>
                    <a:pt x="431292" y="12700"/>
                  </a:lnTo>
                  <a:lnTo>
                    <a:pt x="431292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92ABDF"/>
            </a:solidFill>
          </p:spPr>
        </p:sp>
      </p:grpSp>
      <p:grpSp>
        <p:nvGrpSpPr>
          <p:cNvPr id="19" name="Group 19"/>
          <p:cNvGrpSpPr/>
          <p:nvPr/>
        </p:nvGrpSpPr>
        <p:grpSpPr>
          <a:xfrm>
            <a:off x="854698" y="883311"/>
            <a:ext cx="333009" cy="82396"/>
            <a:chOff x="0" y="0"/>
            <a:chExt cx="444012" cy="109862"/>
          </a:xfrm>
        </p:grpSpPr>
        <p:sp>
          <p:nvSpPr>
            <p:cNvPr id="20" name="Freeform 20"/>
            <p:cNvSpPr/>
            <p:nvPr/>
          </p:nvSpPr>
          <p:spPr>
            <a:xfrm>
              <a:off x="12700" y="12700"/>
              <a:ext cx="418592" cy="84455"/>
            </a:xfrm>
            <a:custGeom>
              <a:avLst/>
              <a:gdLst/>
              <a:ahLst/>
              <a:cxnLst/>
              <a:rect l="l" t="t" r="r" b="b"/>
              <a:pathLst>
                <a:path w="418592" h="84455">
                  <a:moveTo>
                    <a:pt x="0" y="0"/>
                  </a:moveTo>
                  <a:lnTo>
                    <a:pt x="418592" y="0"/>
                  </a:lnTo>
                  <a:lnTo>
                    <a:pt x="418592" y="84455"/>
                  </a:lnTo>
                  <a:lnTo>
                    <a:pt x="0" y="84455"/>
                  </a:lnTo>
                  <a:close/>
                </a:path>
              </a:pathLst>
            </a:custGeom>
            <a:solidFill>
              <a:srgbClr val="92ABDF"/>
            </a:solidFill>
          </p:spPr>
        </p:sp>
        <p:sp>
          <p:nvSpPr>
            <p:cNvPr id="21" name="Freeform 21"/>
            <p:cNvSpPr/>
            <p:nvPr/>
          </p:nvSpPr>
          <p:spPr>
            <a:xfrm>
              <a:off x="0" y="0"/>
              <a:ext cx="443992" cy="109855"/>
            </a:xfrm>
            <a:custGeom>
              <a:avLst/>
              <a:gdLst/>
              <a:ahLst/>
              <a:cxnLst/>
              <a:rect l="l" t="t" r="r" b="b"/>
              <a:pathLst>
                <a:path w="443992" h="109855">
                  <a:moveTo>
                    <a:pt x="12700" y="0"/>
                  </a:moveTo>
                  <a:lnTo>
                    <a:pt x="431292" y="0"/>
                  </a:lnTo>
                  <a:cubicBezTo>
                    <a:pt x="438277" y="0"/>
                    <a:pt x="443992" y="5715"/>
                    <a:pt x="443992" y="12700"/>
                  </a:cubicBezTo>
                  <a:lnTo>
                    <a:pt x="443992" y="97155"/>
                  </a:lnTo>
                  <a:cubicBezTo>
                    <a:pt x="443992" y="104140"/>
                    <a:pt x="438277" y="109855"/>
                    <a:pt x="431292" y="109855"/>
                  </a:cubicBezTo>
                  <a:lnTo>
                    <a:pt x="12700" y="109855"/>
                  </a:lnTo>
                  <a:cubicBezTo>
                    <a:pt x="5715" y="109855"/>
                    <a:pt x="0" y="104140"/>
                    <a:pt x="0" y="97155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97155"/>
                  </a:lnTo>
                  <a:lnTo>
                    <a:pt x="12700" y="97155"/>
                  </a:lnTo>
                  <a:lnTo>
                    <a:pt x="12700" y="84455"/>
                  </a:lnTo>
                  <a:lnTo>
                    <a:pt x="431292" y="84455"/>
                  </a:lnTo>
                  <a:lnTo>
                    <a:pt x="431292" y="97155"/>
                  </a:lnTo>
                  <a:lnTo>
                    <a:pt x="418592" y="97155"/>
                  </a:lnTo>
                  <a:lnTo>
                    <a:pt x="418592" y="12700"/>
                  </a:lnTo>
                  <a:lnTo>
                    <a:pt x="431292" y="12700"/>
                  </a:lnTo>
                  <a:lnTo>
                    <a:pt x="431292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92ABDF"/>
            </a:solidFill>
          </p:spPr>
        </p:sp>
      </p:grpSp>
      <p:grpSp>
        <p:nvGrpSpPr>
          <p:cNvPr id="22" name="Group 22"/>
          <p:cNvGrpSpPr/>
          <p:nvPr/>
        </p:nvGrpSpPr>
        <p:grpSpPr>
          <a:xfrm>
            <a:off x="854698" y="1028772"/>
            <a:ext cx="333009" cy="82396"/>
            <a:chOff x="0" y="0"/>
            <a:chExt cx="444012" cy="109862"/>
          </a:xfrm>
        </p:grpSpPr>
        <p:sp>
          <p:nvSpPr>
            <p:cNvPr id="23" name="Freeform 23"/>
            <p:cNvSpPr/>
            <p:nvPr/>
          </p:nvSpPr>
          <p:spPr>
            <a:xfrm>
              <a:off x="12700" y="12700"/>
              <a:ext cx="418592" cy="84455"/>
            </a:xfrm>
            <a:custGeom>
              <a:avLst/>
              <a:gdLst/>
              <a:ahLst/>
              <a:cxnLst/>
              <a:rect l="l" t="t" r="r" b="b"/>
              <a:pathLst>
                <a:path w="418592" h="84455">
                  <a:moveTo>
                    <a:pt x="0" y="0"/>
                  </a:moveTo>
                  <a:lnTo>
                    <a:pt x="418592" y="0"/>
                  </a:lnTo>
                  <a:lnTo>
                    <a:pt x="418592" y="84455"/>
                  </a:lnTo>
                  <a:lnTo>
                    <a:pt x="0" y="84455"/>
                  </a:lnTo>
                  <a:close/>
                </a:path>
              </a:pathLst>
            </a:custGeom>
            <a:solidFill>
              <a:srgbClr val="92ABDF"/>
            </a:solidFill>
          </p:spPr>
        </p:sp>
        <p:sp>
          <p:nvSpPr>
            <p:cNvPr id="24" name="Freeform 24"/>
            <p:cNvSpPr/>
            <p:nvPr/>
          </p:nvSpPr>
          <p:spPr>
            <a:xfrm>
              <a:off x="0" y="0"/>
              <a:ext cx="443992" cy="109855"/>
            </a:xfrm>
            <a:custGeom>
              <a:avLst/>
              <a:gdLst/>
              <a:ahLst/>
              <a:cxnLst/>
              <a:rect l="l" t="t" r="r" b="b"/>
              <a:pathLst>
                <a:path w="443992" h="109855">
                  <a:moveTo>
                    <a:pt x="12700" y="0"/>
                  </a:moveTo>
                  <a:lnTo>
                    <a:pt x="431292" y="0"/>
                  </a:lnTo>
                  <a:cubicBezTo>
                    <a:pt x="438277" y="0"/>
                    <a:pt x="443992" y="5715"/>
                    <a:pt x="443992" y="12700"/>
                  </a:cubicBezTo>
                  <a:lnTo>
                    <a:pt x="443992" y="97155"/>
                  </a:lnTo>
                  <a:cubicBezTo>
                    <a:pt x="443992" y="104140"/>
                    <a:pt x="438277" y="109855"/>
                    <a:pt x="431292" y="109855"/>
                  </a:cubicBezTo>
                  <a:lnTo>
                    <a:pt x="12700" y="109855"/>
                  </a:lnTo>
                  <a:cubicBezTo>
                    <a:pt x="5715" y="109855"/>
                    <a:pt x="0" y="104140"/>
                    <a:pt x="0" y="97155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97155"/>
                  </a:lnTo>
                  <a:lnTo>
                    <a:pt x="12700" y="97155"/>
                  </a:lnTo>
                  <a:lnTo>
                    <a:pt x="12700" y="84455"/>
                  </a:lnTo>
                  <a:lnTo>
                    <a:pt x="431292" y="84455"/>
                  </a:lnTo>
                  <a:lnTo>
                    <a:pt x="431292" y="97155"/>
                  </a:lnTo>
                  <a:lnTo>
                    <a:pt x="418592" y="97155"/>
                  </a:lnTo>
                  <a:lnTo>
                    <a:pt x="418592" y="12700"/>
                  </a:lnTo>
                  <a:lnTo>
                    <a:pt x="431292" y="12700"/>
                  </a:lnTo>
                  <a:lnTo>
                    <a:pt x="431292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92ABDF"/>
            </a:solidFill>
          </p:spPr>
        </p:sp>
      </p:grpSp>
      <p:grpSp>
        <p:nvGrpSpPr>
          <p:cNvPr id="25" name="Group 25"/>
          <p:cNvGrpSpPr/>
          <p:nvPr/>
        </p:nvGrpSpPr>
        <p:grpSpPr>
          <a:xfrm>
            <a:off x="782811" y="9200778"/>
            <a:ext cx="342534" cy="91922"/>
            <a:chOff x="0" y="0"/>
            <a:chExt cx="456712" cy="122562"/>
          </a:xfrm>
        </p:grpSpPr>
        <p:sp>
          <p:nvSpPr>
            <p:cNvPr id="26" name="Freeform 26"/>
            <p:cNvSpPr/>
            <p:nvPr/>
          </p:nvSpPr>
          <p:spPr>
            <a:xfrm>
              <a:off x="19050" y="19050"/>
              <a:ext cx="418592" cy="84455"/>
            </a:xfrm>
            <a:custGeom>
              <a:avLst/>
              <a:gdLst/>
              <a:ahLst/>
              <a:cxnLst/>
              <a:rect l="l" t="t" r="r" b="b"/>
              <a:pathLst>
                <a:path w="418592" h="84455">
                  <a:moveTo>
                    <a:pt x="0" y="0"/>
                  </a:moveTo>
                  <a:lnTo>
                    <a:pt x="418592" y="0"/>
                  </a:lnTo>
                  <a:lnTo>
                    <a:pt x="418592" y="84455"/>
                  </a:lnTo>
                  <a:lnTo>
                    <a:pt x="0" y="84455"/>
                  </a:lnTo>
                  <a:close/>
                </a:path>
              </a:pathLst>
            </a:custGeom>
            <a:solidFill>
              <a:srgbClr val="92ABDF"/>
            </a:solidFill>
          </p:spPr>
        </p:sp>
        <p:sp>
          <p:nvSpPr>
            <p:cNvPr id="27" name="Freeform 27"/>
            <p:cNvSpPr/>
            <p:nvPr/>
          </p:nvSpPr>
          <p:spPr>
            <a:xfrm>
              <a:off x="0" y="0"/>
              <a:ext cx="456692" cy="122555"/>
            </a:xfrm>
            <a:custGeom>
              <a:avLst/>
              <a:gdLst/>
              <a:ahLst/>
              <a:cxnLst/>
              <a:rect l="l" t="t" r="r" b="b"/>
              <a:pathLst>
                <a:path w="456692" h="122555">
                  <a:moveTo>
                    <a:pt x="19050" y="0"/>
                  </a:moveTo>
                  <a:lnTo>
                    <a:pt x="437642" y="0"/>
                  </a:lnTo>
                  <a:cubicBezTo>
                    <a:pt x="448183" y="0"/>
                    <a:pt x="456692" y="8509"/>
                    <a:pt x="456692" y="19050"/>
                  </a:cubicBezTo>
                  <a:lnTo>
                    <a:pt x="456692" y="103505"/>
                  </a:lnTo>
                  <a:cubicBezTo>
                    <a:pt x="456692" y="114046"/>
                    <a:pt x="448183" y="122555"/>
                    <a:pt x="437642" y="122555"/>
                  </a:cubicBezTo>
                  <a:lnTo>
                    <a:pt x="19050" y="122555"/>
                  </a:lnTo>
                  <a:cubicBezTo>
                    <a:pt x="8509" y="122555"/>
                    <a:pt x="0" y="114046"/>
                    <a:pt x="0" y="103505"/>
                  </a:cubicBezTo>
                  <a:lnTo>
                    <a:pt x="0" y="19050"/>
                  </a:lnTo>
                  <a:cubicBezTo>
                    <a:pt x="0" y="8509"/>
                    <a:pt x="8509" y="0"/>
                    <a:pt x="19050" y="0"/>
                  </a:cubicBezTo>
                  <a:moveTo>
                    <a:pt x="19050" y="38100"/>
                  </a:moveTo>
                  <a:lnTo>
                    <a:pt x="19050" y="19050"/>
                  </a:lnTo>
                  <a:lnTo>
                    <a:pt x="38100" y="19050"/>
                  </a:lnTo>
                  <a:lnTo>
                    <a:pt x="38100" y="103505"/>
                  </a:lnTo>
                  <a:lnTo>
                    <a:pt x="19050" y="103505"/>
                  </a:lnTo>
                  <a:lnTo>
                    <a:pt x="19050" y="84455"/>
                  </a:lnTo>
                  <a:lnTo>
                    <a:pt x="437642" y="84455"/>
                  </a:lnTo>
                  <a:lnTo>
                    <a:pt x="437642" y="103505"/>
                  </a:lnTo>
                  <a:lnTo>
                    <a:pt x="418592" y="103505"/>
                  </a:lnTo>
                  <a:lnTo>
                    <a:pt x="418592" y="19050"/>
                  </a:lnTo>
                  <a:lnTo>
                    <a:pt x="437642" y="19050"/>
                  </a:lnTo>
                  <a:lnTo>
                    <a:pt x="437642" y="38100"/>
                  </a:lnTo>
                  <a:lnTo>
                    <a:pt x="19050" y="38100"/>
                  </a:lnTo>
                  <a:close/>
                </a:path>
              </a:pathLst>
            </a:custGeom>
            <a:solidFill>
              <a:srgbClr val="92ABDF"/>
            </a:solidFill>
          </p:spPr>
        </p:sp>
      </p:grpSp>
      <p:grpSp>
        <p:nvGrpSpPr>
          <p:cNvPr id="28" name="Group 28"/>
          <p:cNvGrpSpPr/>
          <p:nvPr/>
        </p:nvGrpSpPr>
        <p:grpSpPr>
          <a:xfrm>
            <a:off x="782811" y="9346239"/>
            <a:ext cx="342534" cy="91922"/>
            <a:chOff x="0" y="0"/>
            <a:chExt cx="456712" cy="122562"/>
          </a:xfrm>
        </p:grpSpPr>
        <p:sp>
          <p:nvSpPr>
            <p:cNvPr id="29" name="Freeform 29"/>
            <p:cNvSpPr/>
            <p:nvPr/>
          </p:nvSpPr>
          <p:spPr>
            <a:xfrm>
              <a:off x="19050" y="19050"/>
              <a:ext cx="418592" cy="84455"/>
            </a:xfrm>
            <a:custGeom>
              <a:avLst/>
              <a:gdLst/>
              <a:ahLst/>
              <a:cxnLst/>
              <a:rect l="l" t="t" r="r" b="b"/>
              <a:pathLst>
                <a:path w="418592" h="84455">
                  <a:moveTo>
                    <a:pt x="0" y="0"/>
                  </a:moveTo>
                  <a:lnTo>
                    <a:pt x="418592" y="0"/>
                  </a:lnTo>
                  <a:lnTo>
                    <a:pt x="418592" y="84455"/>
                  </a:lnTo>
                  <a:lnTo>
                    <a:pt x="0" y="84455"/>
                  </a:lnTo>
                  <a:close/>
                </a:path>
              </a:pathLst>
            </a:custGeom>
            <a:solidFill>
              <a:srgbClr val="92ABDF"/>
            </a:solidFill>
          </p:spPr>
        </p:sp>
        <p:sp>
          <p:nvSpPr>
            <p:cNvPr id="30" name="Freeform 30"/>
            <p:cNvSpPr/>
            <p:nvPr/>
          </p:nvSpPr>
          <p:spPr>
            <a:xfrm>
              <a:off x="0" y="0"/>
              <a:ext cx="456692" cy="122555"/>
            </a:xfrm>
            <a:custGeom>
              <a:avLst/>
              <a:gdLst/>
              <a:ahLst/>
              <a:cxnLst/>
              <a:rect l="l" t="t" r="r" b="b"/>
              <a:pathLst>
                <a:path w="456692" h="122555">
                  <a:moveTo>
                    <a:pt x="19050" y="0"/>
                  </a:moveTo>
                  <a:lnTo>
                    <a:pt x="437642" y="0"/>
                  </a:lnTo>
                  <a:cubicBezTo>
                    <a:pt x="448183" y="0"/>
                    <a:pt x="456692" y="8509"/>
                    <a:pt x="456692" y="19050"/>
                  </a:cubicBezTo>
                  <a:lnTo>
                    <a:pt x="456692" y="103505"/>
                  </a:lnTo>
                  <a:cubicBezTo>
                    <a:pt x="456692" y="114046"/>
                    <a:pt x="448183" y="122555"/>
                    <a:pt x="437642" y="122555"/>
                  </a:cubicBezTo>
                  <a:lnTo>
                    <a:pt x="19050" y="122555"/>
                  </a:lnTo>
                  <a:cubicBezTo>
                    <a:pt x="8509" y="122555"/>
                    <a:pt x="0" y="114046"/>
                    <a:pt x="0" y="103505"/>
                  </a:cubicBezTo>
                  <a:lnTo>
                    <a:pt x="0" y="19050"/>
                  </a:lnTo>
                  <a:cubicBezTo>
                    <a:pt x="0" y="8509"/>
                    <a:pt x="8509" y="0"/>
                    <a:pt x="19050" y="0"/>
                  </a:cubicBezTo>
                  <a:moveTo>
                    <a:pt x="19050" y="38100"/>
                  </a:moveTo>
                  <a:lnTo>
                    <a:pt x="19050" y="19050"/>
                  </a:lnTo>
                  <a:lnTo>
                    <a:pt x="38100" y="19050"/>
                  </a:lnTo>
                  <a:lnTo>
                    <a:pt x="38100" y="103505"/>
                  </a:lnTo>
                  <a:lnTo>
                    <a:pt x="19050" y="103505"/>
                  </a:lnTo>
                  <a:lnTo>
                    <a:pt x="19050" y="84455"/>
                  </a:lnTo>
                  <a:lnTo>
                    <a:pt x="437642" y="84455"/>
                  </a:lnTo>
                  <a:lnTo>
                    <a:pt x="437642" y="103505"/>
                  </a:lnTo>
                  <a:lnTo>
                    <a:pt x="418592" y="103505"/>
                  </a:lnTo>
                  <a:lnTo>
                    <a:pt x="418592" y="19050"/>
                  </a:lnTo>
                  <a:lnTo>
                    <a:pt x="437642" y="19050"/>
                  </a:lnTo>
                  <a:lnTo>
                    <a:pt x="437642" y="38100"/>
                  </a:lnTo>
                  <a:lnTo>
                    <a:pt x="19050" y="38100"/>
                  </a:lnTo>
                  <a:close/>
                </a:path>
              </a:pathLst>
            </a:custGeom>
            <a:solidFill>
              <a:srgbClr val="92ABDF"/>
            </a:solidFill>
          </p:spPr>
        </p:sp>
      </p:grpSp>
      <p:grpSp>
        <p:nvGrpSpPr>
          <p:cNvPr id="31" name="Group 31"/>
          <p:cNvGrpSpPr/>
          <p:nvPr/>
        </p:nvGrpSpPr>
        <p:grpSpPr>
          <a:xfrm>
            <a:off x="782811" y="9491700"/>
            <a:ext cx="342534" cy="91922"/>
            <a:chOff x="0" y="0"/>
            <a:chExt cx="456712" cy="122562"/>
          </a:xfrm>
        </p:grpSpPr>
        <p:sp>
          <p:nvSpPr>
            <p:cNvPr id="32" name="Freeform 32"/>
            <p:cNvSpPr/>
            <p:nvPr/>
          </p:nvSpPr>
          <p:spPr>
            <a:xfrm>
              <a:off x="19050" y="19050"/>
              <a:ext cx="418592" cy="84455"/>
            </a:xfrm>
            <a:custGeom>
              <a:avLst/>
              <a:gdLst/>
              <a:ahLst/>
              <a:cxnLst/>
              <a:rect l="l" t="t" r="r" b="b"/>
              <a:pathLst>
                <a:path w="418592" h="84455">
                  <a:moveTo>
                    <a:pt x="0" y="0"/>
                  </a:moveTo>
                  <a:lnTo>
                    <a:pt x="418592" y="0"/>
                  </a:lnTo>
                  <a:lnTo>
                    <a:pt x="418592" y="84455"/>
                  </a:lnTo>
                  <a:lnTo>
                    <a:pt x="0" y="84455"/>
                  </a:lnTo>
                  <a:close/>
                </a:path>
              </a:pathLst>
            </a:custGeom>
            <a:solidFill>
              <a:srgbClr val="92ABDF"/>
            </a:solidFill>
          </p:spPr>
        </p:sp>
        <p:sp>
          <p:nvSpPr>
            <p:cNvPr id="33" name="Freeform 33"/>
            <p:cNvSpPr/>
            <p:nvPr/>
          </p:nvSpPr>
          <p:spPr>
            <a:xfrm>
              <a:off x="0" y="0"/>
              <a:ext cx="456692" cy="122555"/>
            </a:xfrm>
            <a:custGeom>
              <a:avLst/>
              <a:gdLst/>
              <a:ahLst/>
              <a:cxnLst/>
              <a:rect l="l" t="t" r="r" b="b"/>
              <a:pathLst>
                <a:path w="456692" h="122555">
                  <a:moveTo>
                    <a:pt x="19050" y="0"/>
                  </a:moveTo>
                  <a:lnTo>
                    <a:pt x="437642" y="0"/>
                  </a:lnTo>
                  <a:cubicBezTo>
                    <a:pt x="448183" y="0"/>
                    <a:pt x="456692" y="8509"/>
                    <a:pt x="456692" y="19050"/>
                  </a:cubicBezTo>
                  <a:lnTo>
                    <a:pt x="456692" y="103505"/>
                  </a:lnTo>
                  <a:cubicBezTo>
                    <a:pt x="456692" y="114046"/>
                    <a:pt x="448183" y="122555"/>
                    <a:pt x="437642" y="122555"/>
                  </a:cubicBezTo>
                  <a:lnTo>
                    <a:pt x="19050" y="122555"/>
                  </a:lnTo>
                  <a:cubicBezTo>
                    <a:pt x="8509" y="122555"/>
                    <a:pt x="0" y="114046"/>
                    <a:pt x="0" y="103505"/>
                  </a:cubicBezTo>
                  <a:lnTo>
                    <a:pt x="0" y="19050"/>
                  </a:lnTo>
                  <a:cubicBezTo>
                    <a:pt x="0" y="8509"/>
                    <a:pt x="8509" y="0"/>
                    <a:pt x="19050" y="0"/>
                  </a:cubicBezTo>
                  <a:moveTo>
                    <a:pt x="19050" y="38100"/>
                  </a:moveTo>
                  <a:lnTo>
                    <a:pt x="19050" y="19050"/>
                  </a:lnTo>
                  <a:lnTo>
                    <a:pt x="38100" y="19050"/>
                  </a:lnTo>
                  <a:lnTo>
                    <a:pt x="38100" y="103505"/>
                  </a:lnTo>
                  <a:lnTo>
                    <a:pt x="19050" y="103505"/>
                  </a:lnTo>
                  <a:lnTo>
                    <a:pt x="19050" y="84455"/>
                  </a:lnTo>
                  <a:lnTo>
                    <a:pt x="437642" y="84455"/>
                  </a:lnTo>
                  <a:lnTo>
                    <a:pt x="437642" y="103505"/>
                  </a:lnTo>
                  <a:lnTo>
                    <a:pt x="418592" y="103505"/>
                  </a:lnTo>
                  <a:lnTo>
                    <a:pt x="418592" y="19050"/>
                  </a:lnTo>
                  <a:lnTo>
                    <a:pt x="437642" y="19050"/>
                  </a:lnTo>
                  <a:lnTo>
                    <a:pt x="437642" y="38100"/>
                  </a:lnTo>
                  <a:lnTo>
                    <a:pt x="19050" y="38100"/>
                  </a:lnTo>
                  <a:close/>
                </a:path>
              </a:pathLst>
            </a:custGeom>
            <a:solidFill>
              <a:srgbClr val="92ABDF"/>
            </a:solidFill>
          </p:spPr>
        </p:sp>
      </p:grp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307050" cy="10327005"/>
            <a:chOff x="0" y="0"/>
            <a:chExt cx="24409400" cy="13769340"/>
          </a:xfrm>
        </p:grpSpPr>
        <p:sp>
          <p:nvSpPr>
            <p:cNvPr id="3" name="Freeform 3" descr="https://kimi-img.moonshot.cn/pub/slides/slides_tmpl/image/25-09-04-11:33:16-d2sggv61bb2p4onbonk0.jpg"/>
            <p:cNvSpPr/>
            <p:nvPr/>
          </p:nvSpPr>
          <p:spPr>
            <a:xfrm>
              <a:off x="0" y="0"/>
              <a:ext cx="24409400" cy="13769339"/>
            </a:xfrm>
            <a:custGeom>
              <a:avLst/>
              <a:gdLst/>
              <a:ahLst/>
              <a:cxnLst/>
              <a:rect l="l" t="t" r="r" b="b"/>
              <a:pathLst>
                <a:path w="24409400" h="13769339">
                  <a:moveTo>
                    <a:pt x="0" y="0"/>
                  </a:moveTo>
                  <a:lnTo>
                    <a:pt x="24409400" y="0"/>
                  </a:lnTo>
                  <a:lnTo>
                    <a:pt x="24409400" y="13769339"/>
                  </a:lnTo>
                  <a:lnTo>
                    <a:pt x="0" y="137693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 r="-427" b="-105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95250" y="1333500"/>
            <a:ext cx="18097500" cy="1485900"/>
            <a:chOff x="0" y="-1066800"/>
            <a:chExt cx="24130000" cy="19812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130000" cy="914400"/>
            </a:xfrm>
            <a:custGeom>
              <a:avLst/>
              <a:gdLst/>
              <a:ahLst/>
              <a:cxnLst/>
              <a:rect l="l" t="t" r="r" b="b"/>
              <a:pathLst>
                <a:path w="24130000" h="914400">
                  <a:moveTo>
                    <a:pt x="0" y="0"/>
                  </a:moveTo>
                  <a:lnTo>
                    <a:pt x="24130000" y="0"/>
                  </a:lnTo>
                  <a:lnTo>
                    <a:pt x="2413000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7188200" y="-1066800"/>
              <a:ext cx="9535160" cy="914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400"/>
                </a:lnSpc>
              </a:pPr>
              <a:r>
                <a:rPr lang="en-US" sz="6000" b="1">
                  <a:solidFill>
                    <a:srgbClr val="5C7CB3"/>
                  </a:solidFill>
                  <a:latin typeface="Noto Sans Bold" panose="020B0802040504020204"/>
                  <a:ea typeface="Noto Sans Bold" panose="020B0802040504020204"/>
                  <a:cs typeface="Noto Sans Bold" panose="020B0802040504020204"/>
                  <a:sym typeface="Noto Sans Bold" panose="020B0802040504020204"/>
                </a:rPr>
                <a:t>未来</a:t>
              </a:r>
              <a:r>
                <a:rPr lang="zh-CN" altLang="en-US" sz="6000" b="1">
                  <a:solidFill>
                    <a:srgbClr val="5C7CB3"/>
                  </a:solidFill>
                  <a:latin typeface="Noto Sans Bold" panose="020B0802040504020204"/>
                  <a:ea typeface="Noto Sans Bold" panose="020B0802040504020204"/>
                  <a:cs typeface="Noto Sans Bold" panose="020B0802040504020204"/>
                  <a:sym typeface="Noto Sans Bold" panose="020B0802040504020204"/>
                </a:rPr>
                <a:t>目标</a:t>
              </a:r>
              <a:endParaRPr lang="zh-CN" altLang="en-US" sz="6000" b="1">
                <a:solidFill>
                  <a:srgbClr val="5C7CB3"/>
                </a:solidFill>
                <a:latin typeface="Noto Sans Bold" panose="020B0802040504020204"/>
                <a:ea typeface="Noto Sans Bold" panose="020B0802040504020204"/>
                <a:cs typeface="Noto Sans Bold" panose="020B0802040504020204"/>
                <a:sym typeface="Noto Sans Bold" panose="020B0802040504020204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2362200" y="2326640"/>
            <a:ext cx="14030960" cy="6384290"/>
            <a:chOff x="0" y="0"/>
            <a:chExt cx="13512800" cy="4876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3512800" cy="4876800"/>
            </a:xfrm>
            <a:custGeom>
              <a:avLst/>
              <a:gdLst/>
              <a:ahLst/>
              <a:cxnLst/>
              <a:rect l="l" t="t" r="r" b="b"/>
              <a:pathLst>
                <a:path w="13512800" h="4876800">
                  <a:moveTo>
                    <a:pt x="203200" y="0"/>
                  </a:moveTo>
                  <a:lnTo>
                    <a:pt x="13309600" y="0"/>
                  </a:lnTo>
                  <a:cubicBezTo>
                    <a:pt x="13421868" y="0"/>
                    <a:pt x="13512800" y="90932"/>
                    <a:pt x="13512800" y="203200"/>
                  </a:cubicBezTo>
                  <a:lnTo>
                    <a:pt x="13512800" y="4673600"/>
                  </a:lnTo>
                  <a:cubicBezTo>
                    <a:pt x="13512800" y="4785868"/>
                    <a:pt x="13421868" y="4876800"/>
                    <a:pt x="13309600" y="4876800"/>
                  </a:cubicBezTo>
                  <a:lnTo>
                    <a:pt x="203200" y="4876800"/>
                  </a:lnTo>
                  <a:cubicBezTo>
                    <a:pt x="90932" y="4876800"/>
                    <a:pt x="0" y="4785868"/>
                    <a:pt x="0" y="4673600"/>
                  </a:cubicBezTo>
                  <a:lnTo>
                    <a:pt x="0" y="203200"/>
                  </a:lnTo>
                  <a:cubicBezTo>
                    <a:pt x="0" y="91059"/>
                    <a:pt x="91059" y="0"/>
                    <a:pt x="203200" y="0"/>
                  </a:cubicBezTo>
                  <a:close/>
                </a:path>
              </a:pathLst>
            </a:custGeom>
            <a:solidFill>
              <a:srgbClr val="5C7CB3">
                <a:alpha val="3922"/>
              </a:srgbClr>
            </a:solidFill>
          </p:spPr>
        </p:sp>
      </p:grpSp>
      <p:sp>
        <p:nvSpPr>
          <p:cNvPr id="25" name="Freeform 25"/>
          <p:cNvSpPr/>
          <p:nvPr>
            <p:custDataLst>
              <p:tags r:id="rId2"/>
            </p:custDataLst>
          </p:nvPr>
        </p:nvSpPr>
        <p:spPr>
          <a:xfrm>
            <a:off x="3369945" y="3314700"/>
            <a:ext cx="4381500" cy="381000"/>
          </a:xfrm>
          <a:custGeom>
            <a:avLst/>
            <a:gdLst/>
            <a:ahLst/>
            <a:cxnLst/>
            <a:rect l="l" t="t" r="r" b="b"/>
            <a:pathLst>
              <a:path w="5842000" h="508000">
                <a:moveTo>
                  <a:pt x="0" y="0"/>
                </a:moveTo>
                <a:lnTo>
                  <a:pt x="5842000" y="0"/>
                </a:lnTo>
                <a:lnTo>
                  <a:pt x="5842000" y="508000"/>
                </a:lnTo>
                <a:lnTo>
                  <a:pt x="0" y="5080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</p:spPr>
      </p:sp>
      <p:sp>
        <p:nvSpPr>
          <p:cNvPr id="33" name="Freeform 33"/>
          <p:cNvSpPr/>
          <p:nvPr>
            <p:custDataLst>
              <p:tags r:id="rId3"/>
            </p:custDataLst>
          </p:nvPr>
        </p:nvSpPr>
        <p:spPr>
          <a:xfrm>
            <a:off x="8621395" y="5486400"/>
            <a:ext cx="4381500" cy="381000"/>
          </a:xfrm>
          <a:custGeom>
            <a:avLst/>
            <a:gdLst/>
            <a:ahLst/>
            <a:cxnLst/>
            <a:rect l="l" t="t" r="r" b="b"/>
            <a:pathLst>
              <a:path w="5842000" h="508000">
                <a:moveTo>
                  <a:pt x="0" y="0"/>
                </a:moveTo>
                <a:lnTo>
                  <a:pt x="5842000" y="0"/>
                </a:lnTo>
                <a:lnTo>
                  <a:pt x="5842000" y="508000"/>
                </a:lnTo>
                <a:lnTo>
                  <a:pt x="0" y="5080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</p:spPr>
      </p:sp>
      <p:sp>
        <p:nvSpPr>
          <p:cNvPr id="37" name="Freeform 37"/>
          <p:cNvSpPr/>
          <p:nvPr>
            <p:custDataLst>
              <p:tags r:id="rId4"/>
            </p:custDataLst>
          </p:nvPr>
        </p:nvSpPr>
        <p:spPr>
          <a:xfrm>
            <a:off x="13387705" y="5486400"/>
            <a:ext cx="4381500" cy="381000"/>
          </a:xfrm>
          <a:custGeom>
            <a:avLst/>
            <a:gdLst/>
            <a:ahLst/>
            <a:cxnLst/>
            <a:rect l="l" t="t" r="r" b="b"/>
            <a:pathLst>
              <a:path w="5842000" h="508000">
                <a:moveTo>
                  <a:pt x="0" y="0"/>
                </a:moveTo>
                <a:lnTo>
                  <a:pt x="5842000" y="0"/>
                </a:lnTo>
                <a:lnTo>
                  <a:pt x="5842000" y="508000"/>
                </a:lnTo>
                <a:lnTo>
                  <a:pt x="0" y="5080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</p:spPr>
      </p:sp>
      <p:sp>
        <p:nvSpPr>
          <p:cNvPr id="41" name="Freeform 41"/>
          <p:cNvSpPr/>
          <p:nvPr>
            <p:custDataLst>
              <p:tags r:id="rId5"/>
            </p:custDataLst>
          </p:nvPr>
        </p:nvSpPr>
        <p:spPr>
          <a:xfrm>
            <a:off x="8621395" y="6019800"/>
            <a:ext cx="4381500" cy="381000"/>
          </a:xfrm>
          <a:custGeom>
            <a:avLst/>
            <a:gdLst/>
            <a:ahLst/>
            <a:cxnLst/>
            <a:rect l="l" t="t" r="r" b="b"/>
            <a:pathLst>
              <a:path w="5842000" h="508000">
                <a:moveTo>
                  <a:pt x="0" y="0"/>
                </a:moveTo>
                <a:lnTo>
                  <a:pt x="5842000" y="0"/>
                </a:lnTo>
                <a:lnTo>
                  <a:pt x="5842000" y="508000"/>
                </a:lnTo>
                <a:lnTo>
                  <a:pt x="0" y="5080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</p:spPr>
      </p:sp>
      <p:grpSp>
        <p:nvGrpSpPr>
          <p:cNvPr id="90" name="组合 89"/>
          <p:cNvGrpSpPr/>
          <p:nvPr/>
        </p:nvGrpSpPr>
        <p:grpSpPr>
          <a:xfrm>
            <a:off x="7423785" y="2476500"/>
            <a:ext cx="3276600" cy="5334000"/>
            <a:chOff x="12240" y="3900"/>
            <a:chExt cx="5160" cy="8400"/>
          </a:xfrm>
        </p:grpSpPr>
        <p:grpSp>
          <p:nvGrpSpPr>
            <p:cNvPr id="80" name="组合 79"/>
            <p:cNvGrpSpPr/>
            <p:nvPr/>
          </p:nvGrpSpPr>
          <p:grpSpPr>
            <a:xfrm>
              <a:off x="12240" y="4380"/>
              <a:ext cx="5160" cy="7920"/>
              <a:chOff x="4680" y="4380"/>
              <a:chExt cx="5160" cy="7920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680" y="4380"/>
                <a:ext cx="5160" cy="7920"/>
              </a:xfrm>
              <a:prstGeom prst="roundRect">
                <a:avLst/>
              </a:prstGeom>
              <a:solidFill>
                <a:schemeClr val="accent4">
                  <a:lumMod val="40000"/>
                  <a:lumOff val="60000"/>
                  <a:alpha val="52000"/>
                </a:schemeClr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2" name="文本框 81"/>
              <p:cNvSpPr txBox="1"/>
              <p:nvPr/>
            </p:nvSpPr>
            <p:spPr>
              <a:xfrm>
                <a:off x="5160" y="5620"/>
                <a:ext cx="4392" cy="54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zh-CN" altLang="en-US" sz="4400" b="1"/>
                  <a:t>支持文件传输，并可为文件生成知识</a:t>
                </a:r>
                <a:r>
                  <a:rPr lang="zh-CN" altLang="en-US" sz="4400" b="1"/>
                  <a:t>图谱</a:t>
                </a:r>
                <a:endParaRPr lang="zh-CN" altLang="en-US" sz="4400" b="1"/>
              </a:p>
            </p:txBody>
          </p:sp>
        </p:grpSp>
        <p:sp>
          <p:nvSpPr>
            <p:cNvPr id="86" name="Freeform 35"/>
            <p:cNvSpPr/>
            <p:nvPr>
              <p:custDataLst>
                <p:tags r:id="rId6"/>
              </p:custDataLst>
            </p:nvPr>
          </p:nvSpPr>
          <p:spPr>
            <a:xfrm>
              <a:off x="14063" y="3900"/>
              <a:ext cx="1706" cy="1515"/>
            </a:xfrm>
            <a:custGeom>
              <a:avLst/>
              <a:gdLst/>
              <a:ahLst/>
              <a:cxnLst/>
              <a:rect l="l" t="t" r="r" b="b"/>
              <a:pathLst>
                <a:path w="300038" h="266700">
                  <a:moveTo>
                    <a:pt x="0" y="0"/>
                  </a:moveTo>
                  <a:lnTo>
                    <a:pt x="300037" y="0"/>
                  </a:lnTo>
                  <a:lnTo>
                    <a:pt x="300037" y="266700"/>
                  </a:lnTo>
                  <a:lnTo>
                    <a:pt x="0" y="266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89" name="组合 88"/>
          <p:cNvGrpSpPr/>
          <p:nvPr/>
        </p:nvGrpSpPr>
        <p:grpSpPr>
          <a:xfrm>
            <a:off x="2971800" y="2400300"/>
            <a:ext cx="3276600" cy="5410200"/>
            <a:chOff x="4680" y="3780"/>
            <a:chExt cx="5160" cy="8520"/>
          </a:xfrm>
        </p:grpSpPr>
        <p:grpSp>
          <p:nvGrpSpPr>
            <p:cNvPr id="79" name="组合 78"/>
            <p:cNvGrpSpPr/>
            <p:nvPr/>
          </p:nvGrpSpPr>
          <p:grpSpPr>
            <a:xfrm>
              <a:off x="4680" y="4380"/>
              <a:ext cx="5160" cy="7920"/>
              <a:chOff x="4680" y="4380"/>
              <a:chExt cx="5160" cy="7920"/>
            </a:xfrm>
          </p:grpSpPr>
          <p:sp>
            <p:nvSpPr>
              <p:cNvPr id="76" name="圆角矩形 75"/>
              <p:cNvSpPr/>
              <p:nvPr/>
            </p:nvSpPr>
            <p:spPr>
              <a:xfrm>
                <a:off x="4680" y="4380"/>
                <a:ext cx="5160" cy="7920"/>
              </a:xfrm>
              <a:prstGeom prst="roundRect">
                <a:avLst/>
              </a:prstGeom>
              <a:solidFill>
                <a:schemeClr val="accent4">
                  <a:lumMod val="40000"/>
                  <a:lumOff val="60000"/>
                  <a:alpha val="52000"/>
                </a:schemeClr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8" name="文本框 77"/>
              <p:cNvSpPr txBox="1"/>
              <p:nvPr/>
            </p:nvSpPr>
            <p:spPr>
              <a:xfrm>
                <a:off x="5307" y="5820"/>
                <a:ext cx="4392" cy="44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zh-CN" altLang="en-US" sz="4400" b="1"/>
                  <a:t>作为可嵌入插件与通用式智能体融合</a:t>
                </a:r>
                <a:endParaRPr lang="zh-CN" altLang="en-US" sz="4400" b="1"/>
              </a:p>
            </p:txBody>
          </p:sp>
        </p:grpSp>
        <p:sp>
          <p:nvSpPr>
            <p:cNvPr id="87" name="Freeform 43"/>
            <p:cNvSpPr/>
            <p:nvPr>
              <p:custDataLst>
                <p:tags r:id="rId9"/>
              </p:custDataLst>
            </p:nvPr>
          </p:nvSpPr>
          <p:spPr>
            <a:xfrm>
              <a:off x="6360" y="3780"/>
              <a:ext cx="1644" cy="1644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0" y="0"/>
                  </a:moveTo>
                  <a:lnTo>
                    <a:pt x="266700" y="0"/>
                  </a:lnTo>
                  <a:lnTo>
                    <a:pt x="266700" y="266700"/>
                  </a:lnTo>
                  <a:lnTo>
                    <a:pt x="0" y="266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91" name="组合 90"/>
          <p:cNvGrpSpPr/>
          <p:nvPr/>
        </p:nvGrpSpPr>
        <p:grpSpPr>
          <a:xfrm>
            <a:off x="11963400" y="2324100"/>
            <a:ext cx="3276600" cy="5448300"/>
            <a:chOff x="19560" y="3780"/>
            <a:chExt cx="5160" cy="8580"/>
          </a:xfrm>
        </p:grpSpPr>
        <p:grpSp>
          <p:nvGrpSpPr>
            <p:cNvPr id="83" name="组合 82"/>
            <p:cNvGrpSpPr/>
            <p:nvPr/>
          </p:nvGrpSpPr>
          <p:grpSpPr>
            <a:xfrm>
              <a:off x="19560" y="4440"/>
              <a:ext cx="5160" cy="7920"/>
              <a:chOff x="4680" y="4380"/>
              <a:chExt cx="5160" cy="7920"/>
            </a:xfrm>
          </p:grpSpPr>
          <p:sp>
            <p:nvSpPr>
              <p:cNvPr id="84" name="圆角矩形 83"/>
              <p:cNvSpPr/>
              <p:nvPr/>
            </p:nvSpPr>
            <p:spPr>
              <a:xfrm>
                <a:off x="4680" y="4380"/>
                <a:ext cx="5160" cy="7920"/>
              </a:xfrm>
              <a:prstGeom prst="roundRect">
                <a:avLst/>
              </a:prstGeom>
              <a:solidFill>
                <a:schemeClr val="accent4">
                  <a:lumMod val="40000"/>
                  <a:lumOff val="60000"/>
                  <a:alpha val="52000"/>
                </a:schemeClr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5" name="文本框 84"/>
              <p:cNvSpPr txBox="1"/>
              <p:nvPr/>
            </p:nvSpPr>
            <p:spPr>
              <a:xfrm>
                <a:off x="5160" y="5620"/>
                <a:ext cx="4392" cy="54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zh-CN" altLang="en-US" sz="4400" b="1"/>
                  <a:t>加入搜索增强，生成更为可靠规范的知识</a:t>
                </a:r>
                <a:r>
                  <a:rPr lang="zh-CN" altLang="en-US" sz="4400" b="1"/>
                  <a:t>路径</a:t>
                </a:r>
                <a:endParaRPr lang="zh-CN" altLang="en-US" sz="4400" b="1"/>
              </a:p>
            </p:txBody>
          </p:sp>
        </p:grpSp>
        <p:pic>
          <p:nvPicPr>
            <p:cNvPr id="88" name="图片 87" descr="搜索"/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21120" y="3780"/>
              <a:ext cx="1905" cy="1905"/>
            </a:xfrm>
            <a:prstGeom prst="rect">
              <a:avLst/>
            </a:prstGeom>
          </p:spPr>
        </p:pic>
      </p:grpSp>
      <p:grpSp>
        <p:nvGrpSpPr>
          <p:cNvPr id="93" name="Group 4"/>
          <p:cNvGrpSpPr/>
          <p:nvPr/>
        </p:nvGrpSpPr>
        <p:grpSpPr>
          <a:xfrm>
            <a:off x="8842375" y="5067300"/>
            <a:ext cx="18097500" cy="1562100"/>
            <a:chOff x="0" y="-1168400"/>
            <a:chExt cx="24130000" cy="2082800"/>
          </a:xfrm>
        </p:grpSpPr>
        <p:sp>
          <p:nvSpPr>
            <p:cNvPr id="94" name="Freeform 5"/>
            <p:cNvSpPr/>
            <p:nvPr/>
          </p:nvSpPr>
          <p:spPr>
            <a:xfrm>
              <a:off x="0" y="0"/>
              <a:ext cx="24130000" cy="914400"/>
            </a:xfrm>
            <a:custGeom>
              <a:avLst/>
              <a:gdLst/>
              <a:ahLst/>
              <a:cxnLst/>
              <a:rect l="l" t="t" r="r" b="b"/>
              <a:pathLst>
                <a:path w="24130000" h="914400">
                  <a:moveTo>
                    <a:pt x="0" y="0"/>
                  </a:moveTo>
                  <a:lnTo>
                    <a:pt x="24130000" y="0"/>
                  </a:lnTo>
                  <a:lnTo>
                    <a:pt x="2413000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95" name="TextBox 6"/>
            <p:cNvSpPr txBox="1"/>
            <p:nvPr/>
          </p:nvSpPr>
          <p:spPr>
            <a:xfrm>
              <a:off x="8225366" y="-1168400"/>
              <a:ext cx="3752427" cy="914400"/>
            </a:xfrm>
            <a:prstGeom prst="rect">
              <a:avLst/>
            </a:prstGeom>
          </p:spPr>
          <p:txBody>
            <a:bodyPr lIns="0" tIns="0" rIns="0" bIns="0" rtlCol="0" anchor="ctr"/>
            <a:p>
              <a:pPr algn="ctr">
                <a:lnSpc>
                  <a:spcPts val="5400"/>
                </a:lnSpc>
              </a:pPr>
              <a:r>
                <a:rPr lang="en-US" altLang="zh-CN" sz="6000" b="1">
                  <a:solidFill>
                    <a:srgbClr val="5C7CB3"/>
                  </a:solidFill>
                  <a:latin typeface="Noto Sans Bold" panose="020B0802040504020204"/>
                  <a:ea typeface="Noto Sans Bold" panose="020B0802040504020204"/>
                  <a:cs typeface="Noto Sans Bold" panose="020B0802040504020204"/>
                  <a:sym typeface="Noto Sans Bold" panose="020B0802040504020204"/>
                </a:rPr>
                <a:t>...</a:t>
              </a:r>
              <a:endParaRPr lang="en-US" altLang="zh-CN" sz="6000" b="1">
                <a:solidFill>
                  <a:srgbClr val="5C7CB3"/>
                </a:solidFill>
                <a:latin typeface="Noto Sans Bold" panose="020B0802040504020204"/>
                <a:ea typeface="Noto Sans Bold" panose="020B0802040504020204"/>
                <a:cs typeface="Noto Sans Bold" panose="020B0802040504020204"/>
                <a:sym typeface="Noto Sans Bold" panose="020B0802040504020204"/>
              </a:endParaRPr>
            </a:p>
          </p:txBody>
        </p:sp>
      </p:grp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3810"/>
            <a:ext cx="18288000" cy="10283190"/>
            <a:chOff x="0" y="0"/>
            <a:chExt cx="24384000" cy="13710920"/>
          </a:xfrm>
        </p:grpSpPr>
        <p:sp>
          <p:nvSpPr>
            <p:cNvPr id="3" name="Freeform 3" descr="https://kimi-img.moonshot.cn/pub/slides/slides_tmpl/image/25-09-04-11:33:19-d2sggvu1bb2p4onbonqg.png"/>
            <p:cNvSpPr/>
            <p:nvPr/>
          </p:nvSpPr>
          <p:spPr>
            <a:xfrm>
              <a:off x="0" y="0"/>
              <a:ext cx="24384000" cy="13710920"/>
            </a:xfrm>
            <a:custGeom>
              <a:avLst/>
              <a:gdLst/>
              <a:ahLst/>
              <a:cxnLst/>
              <a:rect l="l" t="t" r="r" b="b"/>
              <a:pathLst>
                <a:path w="24384000" h="13710920">
                  <a:moveTo>
                    <a:pt x="0" y="0"/>
                  </a:moveTo>
                  <a:lnTo>
                    <a:pt x="24384000" y="0"/>
                  </a:lnTo>
                  <a:lnTo>
                    <a:pt x="24384000" y="13710920"/>
                  </a:lnTo>
                  <a:lnTo>
                    <a:pt x="0" y="137109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 t="-18" b="-18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628650" y="4090035"/>
            <a:ext cx="11603355" cy="2707005"/>
            <a:chOff x="0" y="0"/>
            <a:chExt cx="15471140" cy="360934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5471139" cy="3609340"/>
            </a:xfrm>
            <a:custGeom>
              <a:avLst/>
              <a:gdLst/>
              <a:ahLst/>
              <a:cxnLst/>
              <a:rect l="l" t="t" r="r" b="b"/>
              <a:pathLst>
                <a:path w="15471139" h="3609340">
                  <a:moveTo>
                    <a:pt x="0" y="0"/>
                  </a:moveTo>
                  <a:lnTo>
                    <a:pt x="15471139" y="0"/>
                  </a:lnTo>
                  <a:lnTo>
                    <a:pt x="15471139" y="3609340"/>
                  </a:lnTo>
                  <a:lnTo>
                    <a:pt x="0" y="3609340"/>
                  </a:ln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46000"/>
                  </a:srgbClr>
                </a:gs>
                <a:gs pos="30000">
                  <a:srgbClr val="F9FBFD">
                    <a:alpha val="69000"/>
                  </a:srgbClr>
                </a:gs>
                <a:gs pos="82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</p:spPr>
        </p:sp>
      </p:grpSp>
      <p:grpSp>
        <p:nvGrpSpPr>
          <p:cNvPr id="6" name="Group 6"/>
          <p:cNvGrpSpPr/>
          <p:nvPr/>
        </p:nvGrpSpPr>
        <p:grpSpPr>
          <a:xfrm>
            <a:off x="1084251" y="1201718"/>
            <a:ext cx="342534" cy="91922"/>
            <a:chOff x="0" y="0"/>
            <a:chExt cx="456712" cy="122562"/>
          </a:xfrm>
        </p:grpSpPr>
        <p:sp>
          <p:nvSpPr>
            <p:cNvPr id="7" name="Freeform 7"/>
            <p:cNvSpPr/>
            <p:nvPr/>
          </p:nvSpPr>
          <p:spPr>
            <a:xfrm>
              <a:off x="19050" y="19050"/>
              <a:ext cx="418592" cy="84455"/>
            </a:xfrm>
            <a:custGeom>
              <a:avLst/>
              <a:gdLst/>
              <a:ahLst/>
              <a:cxnLst/>
              <a:rect l="l" t="t" r="r" b="b"/>
              <a:pathLst>
                <a:path w="418592" h="84455">
                  <a:moveTo>
                    <a:pt x="0" y="0"/>
                  </a:moveTo>
                  <a:lnTo>
                    <a:pt x="418592" y="0"/>
                  </a:lnTo>
                  <a:lnTo>
                    <a:pt x="418592" y="84455"/>
                  </a:lnTo>
                  <a:lnTo>
                    <a:pt x="0" y="84455"/>
                  </a:lnTo>
                  <a:close/>
                </a:path>
              </a:pathLst>
            </a:custGeom>
            <a:solidFill>
              <a:srgbClr val="808080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0" y="0"/>
              <a:ext cx="456692" cy="122555"/>
            </a:xfrm>
            <a:custGeom>
              <a:avLst/>
              <a:gdLst/>
              <a:ahLst/>
              <a:cxnLst/>
              <a:rect l="l" t="t" r="r" b="b"/>
              <a:pathLst>
                <a:path w="456692" h="122555">
                  <a:moveTo>
                    <a:pt x="19050" y="0"/>
                  </a:moveTo>
                  <a:lnTo>
                    <a:pt x="437642" y="0"/>
                  </a:lnTo>
                  <a:cubicBezTo>
                    <a:pt x="448183" y="0"/>
                    <a:pt x="456692" y="8509"/>
                    <a:pt x="456692" y="19050"/>
                  </a:cubicBezTo>
                  <a:lnTo>
                    <a:pt x="456692" y="103505"/>
                  </a:lnTo>
                  <a:cubicBezTo>
                    <a:pt x="456692" y="114046"/>
                    <a:pt x="448183" y="122555"/>
                    <a:pt x="437642" y="122555"/>
                  </a:cubicBezTo>
                  <a:lnTo>
                    <a:pt x="19050" y="122555"/>
                  </a:lnTo>
                  <a:cubicBezTo>
                    <a:pt x="8509" y="122555"/>
                    <a:pt x="0" y="114046"/>
                    <a:pt x="0" y="103505"/>
                  </a:cubicBezTo>
                  <a:lnTo>
                    <a:pt x="0" y="19050"/>
                  </a:lnTo>
                  <a:cubicBezTo>
                    <a:pt x="0" y="8509"/>
                    <a:pt x="8509" y="0"/>
                    <a:pt x="19050" y="0"/>
                  </a:cubicBezTo>
                  <a:moveTo>
                    <a:pt x="19050" y="38100"/>
                  </a:moveTo>
                  <a:lnTo>
                    <a:pt x="19050" y="19050"/>
                  </a:lnTo>
                  <a:lnTo>
                    <a:pt x="38100" y="19050"/>
                  </a:lnTo>
                  <a:lnTo>
                    <a:pt x="38100" y="103505"/>
                  </a:lnTo>
                  <a:lnTo>
                    <a:pt x="19050" y="103505"/>
                  </a:lnTo>
                  <a:lnTo>
                    <a:pt x="19050" y="84455"/>
                  </a:lnTo>
                  <a:lnTo>
                    <a:pt x="437642" y="84455"/>
                  </a:lnTo>
                  <a:lnTo>
                    <a:pt x="437642" y="103505"/>
                  </a:lnTo>
                  <a:lnTo>
                    <a:pt x="418592" y="103505"/>
                  </a:lnTo>
                  <a:lnTo>
                    <a:pt x="418592" y="19050"/>
                  </a:lnTo>
                  <a:lnTo>
                    <a:pt x="437642" y="19050"/>
                  </a:lnTo>
                  <a:lnTo>
                    <a:pt x="437642" y="38100"/>
                  </a:lnTo>
                  <a:lnTo>
                    <a:pt x="19050" y="38100"/>
                  </a:lnTo>
                  <a:close/>
                </a:path>
              </a:pathLst>
            </a:custGeom>
            <a:solidFill>
              <a:srgbClr val="808080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1084251" y="1347178"/>
            <a:ext cx="342534" cy="91922"/>
            <a:chOff x="0" y="0"/>
            <a:chExt cx="456712" cy="122562"/>
          </a:xfrm>
        </p:grpSpPr>
        <p:sp>
          <p:nvSpPr>
            <p:cNvPr id="10" name="Freeform 10"/>
            <p:cNvSpPr/>
            <p:nvPr/>
          </p:nvSpPr>
          <p:spPr>
            <a:xfrm>
              <a:off x="19050" y="19050"/>
              <a:ext cx="418592" cy="84455"/>
            </a:xfrm>
            <a:custGeom>
              <a:avLst/>
              <a:gdLst/>
              <a:ahLst/>
              <a:cxnLst/>
              <a:rect l="l" t="t" r="r" b="b"/>
              <a:pathLst>
                <a:path w="418592" h="84455">
                  <a:moveTo>
                    <a:pt x="0" y="0"/>
                  </a:moveTo>
                  <a:lnTo>
                    <a:pt x="418592" y="0"/>
                  </a:lnTo>
                  <a:lnTo>
                    <a:pt x="418592" y="84455"/>
                  </a:lnTo>
                  <a:lnTo>
                    <a:pt x="0" y="84455"/>
                  </a:lnTo>
                  <a:close/>
                </a:path>
              </a:pathLst>
            </a:custGeom>
            <a:solidFill>
              <a:srgbClr val="808080"/>
            </a:solidFill>
          </p:spPr>
        </p:sp>
        <p:sp>
          <p:nvSpPr>
            <p:cNvPr id="11" name="Freeform 11"/>
            <p:cNvSpPr/>
            <p:nvPr/>
          </p:nvSpPr>
          <p:spPr>
            <a:xfrm>
              <a:off x="0" y="0"/>
              <a:ext cx="456692" cy="122555"/>
            </a:xfrm>
            <a:custGeom>
              <a:avLst/>
              <a:gdLst/>
              <a:ahLst/>
              <a:cxnLst/>
              <a:rect l="l" t="t" r="r" b="b"/>
              <a:pathLst>
                <a:path w="456692" h="122555">
                  <a:moveTo>
                    <a:pt x="19050" y="0"/>
                  </a:moveTo>
                  <a:lnTo>
                    <a:pt x="437642" y="0"/>
                  </a:lnTo>
                  <a:cubicBezTo>
                    <a:pt x="448183" y="0"/>
                    <a:pt x="456692" y="8509"/>
                    <a:pt x="456692" y="19050"/>
                  </a:cubicBezTo>
                  <a:lnTo>
                    <a:pt x="456692" y="103505"/>
                  </a:lnTo>
                  <a:cubicBezTo>
                    <a:pt x="456692" y="114046"/>
                    <a:pt x="448183" y="122555"/>
                    <a:pt x="437642" y="122555"/>
                  </a:cubicBezTo>
                  <a:lnTo>
                    <a:pt x="19050" y="122555"/>
                  </a:lnTo>
                  <a:cubicBezTo>
                    <a:pt x="8509" y="122555"/>
                    <a:pt x="0" y="114046"/>
                    <a:pt x="0" y="103505"/>
                  </a:cubicBezTo>
                  <a:lnTo>
                    <a:pt x="0" y="19050"/>
                  </a:lnTo>
                  <a:cubicBezTo>
                    <a:pt x="0" y="8509"/>
                    <a:pt x="8509" y="0"/>
                    <a:pt x="19050" y="0"/>
                  </a:cubicBezTo>
                  <a:moveTo>
                    <a:pt x="19050" y="38100"/>
                  </a:moveTo>
                  <a:lnTo>
                    <a:pt x="19050" y="19050"/>
                  </a:lnTo>
                  <a:lnTo>
                    <a:pt x="38100" y="19050"/>
                  </a:lnTo>
                  <a:lnTo>
                    <a:pt x="38100" y="103505"/>
                  </a:lnTo>
                  <a:lnTo>
                    <a:pt x="19050" y="103505"/>
                  </a:lnTo>
                  <a:lnTo>
                    <a:pt x="19050" y="84455"/>
                  </a:lnTo>
                  <a:lnTo>
                    <a:pt x="437642" y="84455"/>
                  </a:lnTo>
                  <a:lnTo>
                    <a:pt x="437642" y="103505"/>
                  </a:lnTo>
                  <a:lnTo>
                    <a:pt x="418592" y="103505"/>
                  </a:lnTo>
                  <a:lnTo>
                    <a:pt x="418592" y="19050"/>
                  </a:lnTo>
                  <a:lnTo>
                    <a:pt x="437642" y="19050"/>
                  </a:lnTo>
                  <a:lnTo>
                    <a:pt x="437642" y="38100"/>
                  </a:lnTo>
                  <a:lnTo>
                    <a:pt x="19050" y="38100"/>
                  </a:lnTo>
                  <a:close/>
                </a:path>
              </a:pathLst>
            </a:custGeom>
            <a:solidFill>
              <a:srgbClr val="808080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1084251" y="1492640"/>
            <a:ext cx="342534" cy="91922"/>
            <a:chOff x="0" y="0"/>
            <a:chExt cx="456712" cy="122562"/>
          </a:xfrm>
        </p:grpSpPr>
        <p:sp>
          <p:nvSpPr>
            <p:cNvPr id="13" name="Freeform 13"/>
            <p:cNvSpPr/>
            <p:nvPr/>
          </p:nvSpPr>
          <p:spPr>
            <a:xfrm>
              <a:off x="19050" y="19050"/>
              <a:ext cx="418592" cy="84455"/>
            </a:xfrm>
            <a:custGeom>
              <a:avLst/>
              <a:gdLst/>
              <a:ahLst/>
              <a:cxnLst/>
              <a:rect l="l" t="t" r="r" b="b"/>
              <a:pathLst>
                <a:path w="418592" h="84455">
                  <a:moveTo>
                    <a:pt x="0" y="0"/>
                  </a:moveTo>
                  <a:lnTo>
                    <a:pt x="418592" y="0"/>
                  </a:lnTo>
                  <a:lnTo>
                    <a:pt x="418592" y="84455"/>
                  </a:lnTo>
                  <a:lnTo>
                    <a:pt x="0" y="84455"/>
                  </a:lnTo>
                  <a:close/>
                </a:path>
              </a:pathLst>
            </a:custGeom>
            <a:solidFill>
              <a:srgbClr val="808080"/>
            </a:solidFill>
          </p:spPr>
        </p:sp>
        <p:sp>
          <p:nvSpPr>
            <p:cNvPr id="14" name="Freeform 14"/>
            <p:cNvSpPr/>
            <p:nvPr/>
          </p:nvSpPr>
          <p:spPr>
            <a:xfrm>
              <a:off x="0" y="0"/>
              <a:ext cx="456692" cy="122555"/>
            </a:xfrm>
            <a:custGeom>
              <a:avLst/>
              <a:gdLst/>
              <a:ahLst/>
              <a:cxnLst/>
              <a:rect l="l" t="t" r="r" b="b"/>
              <a:pathLst>
                <a:path w="456692" h="122555">
                  <a:moveTo>
                    <a:pt x="19050" y="0"/>
                  </a:moveTo>
                  <a:lnTo>
                    <a:pt x="437642" y="0"/>
                  </a:lnTo>
                  <a:cubicBezTo>
                    <a:pt x="448183" y="0"/>
                    <a:pt x="456692" y="8509"/>
                    <a:pt x="456692" y="19050"/>
                  </a:cubicBezTo>
                  <a:lnTo>
                    <a:pt x="456692" y="103505"/>
                  </a:lnTo>
                  <a:cubicBezTo>
                    <a:pt x="456692" y="114046"/>
                    <a:pt x="448183" y="122555"/>
                    <a:pt x="437642" y="122555"/>
                  </a:cubicBezTo>
                  <a:lnTo>
                    <a:pt x="19050" y="122555"/>
                  </a:lnTo>
                  <a:cubicBezTo>
                    <a:pt x="8509" y="122555"/>
                    <a:pt x="0" y="114046"/>
                    <a:pt x="0" y="103505"/>
                  </a:cubicBezTo>
                  <a:lnTo>
                    <a:pt x="0" y="19050"/>
                  </a:lnTo>
                  <a:cubicBezTo>
                    <a:pt x="0" y="8509"/>
                    <a:pt x="8509" y="0"/>
                    <a:pt x="19050" y="0"/>
                  </a:cubicBezTo>
                  <a:moveTo>
                    <a:pt x="19050" y="38100"/>
                  </a:moveTo>
                  <a:lnTo>
                    <a:pt x="19050" y="19050"/>
                  </a:lnTo>
                  <a:lnTo>
                    <a:pt x="38100" y="19050"/>
                  </a:lnTo>
                  <a:lnTo>
                    <a:pt x="38100" y="103505"/>
                  </a:lnTo>
                  <a:lnTo>
                    <a:pt x="19050" y="103505"/>
                  </a:lnTo>
                  <a:lnTo>
                    <a:pt x="19050" y="84455"/>
                  </a:lnTo>
                  <a:lnTo>
                    <a:pt x="437642" y="84455"/>
                  </a:lnTo>
                  <a:lnTo>
                    <a:pt x="437642" y="103505"/>
                  </a:lnTo>
                  <a:lnTo>
                    <a:pt x="418592" y="103505"/>
                  </a:lnTo>
                  <a:lnTo>
                    <a:pt x="418592" y="19050"/>
                  </a:lnTo>
                  <a:lnTo>
                    <a:pt x="437642" y="19050"/>
                  </a:lnTo>
                  <a:lnTo>
                    <a:pt x="437642" y="38100"/>
                  </a:lnTo>
                  <a:lnTo>
                    <a:pt x="19050" y="38100"/>
                  </a:lnTo>
                  <a:close/>
                </a:path>
              </a:pathLst>
            </a:custGeom>
            <a:solidFill>
              <a:srgbClr val="808080"/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7642267" y="8966878"/>
            <a:ext cx="3109913" cy="14288"/>
            <a:chOff x="0" y="0"/>
            <a:chExt cx="4146550" cy="19050"/>
          </a:xfrm>
        </p:grpSpPr>
        <p:sp>
          <p:nvSpPr>
            <p:cNvPr id="18" name="Freeform 18"/>
            <p:cNvSpPr/>
            <p:nvPr/>
          </p:nvSpPr>
          <p:spPr>
            <a:xfrm>
              <a:off x="9525" y="0"/>
              <a:ext cx="4127500" cy="19050"/>
            </a:xfrm>
            <a:custGeom>
              <a:avLst/>
              <a:gdLst/>
              <a:ahLst/>
              <a:cxnLst/>
              <a:rect l="l" t="t" r="r" b="b"/>
              <a:pathLst>
                <a:path w="4127500" h="19050">
                  <a:moveTo>
                    <a:pt x="0" y="0"/>
                  </a:moveTo>
                  <a:lnTo>
                    <a:pt x="4127500" y="0"/>
                  </a:lnTo>
                  <a:lnTo>
                    <a:pt x="41275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000000">
                <a:alpha val="4706"/>
              </a:srgbClr>
            </a:solidFill>
          </p:spPr>
        </p:sp>
      </p:grpSp>
      <p:grpSp>
        <p:nvGrpSpPr>
          <p:cNvPr id="19" name="Group 19"/>
          <p:cNvGrpSpPr/>
          <p:nvPr/>
        </p:nvGrpSpPr>
        <p:grpSpPr>
          <a:xfrm>
            <a:off x="940118" y="5194935"/>
            <a:ext cx="16550640" cy="1340167"/>
            <a:chOff x="0" y="0"/>
            <a:chExt cx="22067520" cy="178689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2067520" cy="1786890"/>
            </a:xfrm>
            <a:custGeom>
              <a:avLst/>
              <a:gdLst/>
              <a:ahLst/>
              <a:cxnLst/>
              <a:rect l="l" t="t" r="r" b="b"/>
              <a:pathLst>
                <a:path w="22067520" h="1786890">
                  <a:moveTo>
                    <a:pt x="0" y="0"/>
                  </a:moveTo>
                  <a:lnTo>
                    <a:pt x="22067520" y="0"/>
                  </a:lnTo>
                  <a:lnTo>
                    <a:pt x="22067520" y="1786890"/>
                  </a:lnTo>
                  <a:lnTo>
                    <a:pt x="0" y="178689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0" y="-304800"/>
              <a:ext cx="22067520" cy="2091690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l">
                <a:lnSpc>
                  <a:spcPts val="12635"/>
                </a:lnSpc>
              </a:pPr>
              <a:r>
                <a:rPr lang="en-US" sz="8100">
                  <a:solidFill>
                    <a:srgbClr val="000000"/>
                  </a:solidFill>
                  <a:latin typeface="Arimo" panose="020B0604020202020204"/>
                  <a:ea typeface="Arimo" panose="020B0604020202020204"/>
                  <a:cs typeface="Arimo" panose="020B0604020202020204"/>
                  <a:sym typeface="Arimo" panose="020B0604020202020204"/>
                </a:rPr>
                <a:t>感谢观看</a:t>
              </a:r>
              <a:endParaRPr lang="en-US" sz="8100">
                <a:solidFill>
                  <a:srgbClr val="000000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40118" y="3812858"/>
            <a:ext cx="16550640" cy="1340168"/>
            <a:chOff x="0" y="0"/>
            <a:chExt cx="22067520" cy="178689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22067520" cy="1786890"/>
            </a:xfrm>
            <a:custGeom>
              <a:avLst/>
              <a:gdLst/>
              <a:ahLst/>
              <a:cxnLst/>
              <a:rect l="l" t="t" r="r" b="b"/>
              <a:pathLst>
                <a:path w="22067520" h="1786890">
                  <a:moveTo>
                    <a:pt x="0" y="0"/>
                  </a:moveTo>
                  <a:lnTo>
                    <a:pt x="22067520" y="0"/>
                  </a:lnTo>
                  <a:lnTo>
                    <a:pt x="22067520" y="1786890"/>
                  </a:lnTo>
                  <a:lnTo>
                    <a:pt x="0" y="178689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0" y="-180975"/>
              <a:ext cx="22067520" cy="1967865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l">
                <a:lnSpc>
                  <a:spcPts val="7490"/>
                </a:lnSpc>
              </a:pPr>
              <a:r>
                <a:rPr lang="en-US" sz="4800">
                  <a:solidFill>
                    <a:srgbClr val="577FD2"/>
                  </a:solidFill>
                  <a:latin typeface="Arimo" panose="020B0604020202020204"/>
                  <a:ea typeface="Arimo" panose="020B0604020202020204"/>
                  <a:cs typeface="Arimo" panose="020B0604020202020204"/>
                  <a:sym typeface="Arimo" panose="020B0604020202020204"/>
                </a:rPr>
                <a:t>THANK YOU FOR READING！</a:t>
              </a:r>
              <a:endParaRPr lang="en-US" sz="4800">
                <a:solidFill>
                  <a:srgbClr val="577FD2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endParaRPr>
            </a:p>
          </p:txBody>
        </p:sp>
      </p:grpSp>
    </p:spTree>
  </p:cSld>
  <p:clrMapOvr>
    <a:masterClrMapping/>
  </p:clrMapOvr>
  <p:transition>
    <p:fade/>
  </p:transition>
</p:sld>
</file>

<file path=ppt/tags/tag1.xml><?xml version="1.0" encoding="utf-8"?>
<p:tagLst xmlns:p="http://schemas.openxmlformats.org/presentationml/2006/main">
  <p:tag name="KSO_WM_DIAGRAM_VIRTUALLY_FRAME" val="{&quot;height&quot;:527.9156692913386,&quot;left&quot;:528,&quot;top&quot;:141.9,&quot;width&quot;:871.7}"/>
</p:tagLst>
</file>

<file path=ppt/tags/tag2.xml><?xml version="1.0" encoding="utf-8"?>
<p:tagLst xmlns:p="http://schemas.openxmlformats.org/presentationml/2006/main">
  <p:tag name="KSO_WM_DIAGRAM_VIRTUALLY_FRAME" val="{&quot;height&quot;:527.9156692913386,&quot;left&quot;:528,&quot;top&quot;:141.9,&quot;width&quot;:871.7}"/>
</p:tagLst>
</file>

<file path=ppt/tags/tag3.xml><?xml version="1.0" encoding="utf-8"?>
<p:tagLst xmlns:p="http://schemas.openxmlformats.org/presentationml/2006/main">
  <p:tag name="KSO_WM_DIAGRAM_VIRTUALLY_FRAME" val="{&quot;height&quot;:527.9156692913386,&quot;left&quot;:528,&quot;top&quot;:141.9,&quot;width&quot;:871.7}"/>
</p:tagLst>
</file>

<file path=ppt/tags/tag4.xml><?xml version="1.0" encoding="utf-8"?>
<p:tagLst xmlns:p="http://schemas.openxmlformats.org/presentationml/2006/main">
  <p:tag name="KSO_WM_DIAGRAM_VIRTUALLY_FRAME" val="{&quot;height&quot;:527.9156692913386,&quot;left&quot;:528,&quot;top&quot;:141.9,&quot;width&quot;:871.7}"/>
</p:tagLst>
</file>

<file path=ppt/tags/tag5.xml><?xml version="1.0" encoding="utf-8"?>
<p:tagLst xmlns:p="http://schemas.openxmlformats.org/presentationml/2006/main">
  <p:tag name="KSO_WM_DIAGRAM_VIRTUALLY_FRAME" val="{&quot;height&quot;:527.9156692913386,&quot;left&quot;:528,&quot;top&quot;:141.9,&quot;width&quot;:871.7}"/>
</p:tagLst>
</file>

<file path=ppt/tags/tag6.xml><?xml version="1.0" encoding="utf-8"?>
<p:tagLst xmlns:p="http://schemas.openxmlformats.org/presentationml/2006/main">
  <p:tag name="KSO_WM_DIAGRAM_VIRTUALLY_FRAME" val="{&quot;height&quot;:527.9156692913386,&quot;left&quot;:528,&quot;top&quot;:141.9,&quot;width&quot;:871.7}"/>
</p:tagLst>
</file>

<file path=ppt/tags/tag7.xml><?xml version="1.0" encoding="utf-8"?>
<p:tagLst xmlns:p="http://schemas.openxmlformats.org/presentationml/2006/main">
  <p:tag name="KSO_WM_DIAGRAM_VIRTUALLY_FRAME" val="{&quot;height&quot;:527.9156692913386,&quot;left&quot;:528,&quot;top&quot;:141.9,&quot;width&quot;:871.7}"/>
</p:tagLst>
</file>

<file path=ppt/tags/tag8.xml><?xml version="1.0" encoding="utf-8"?>
<p:tagLst xmlns:p="http://schemas.openxmlformats.org/presentationml/2006/main">
  <p:tag name="KSO_WM_DIAGRAM_VIRTUALLY_FRAME" val="{&quot;height&quot;:527.9156692913386,&quot;left&quot;:533.85,&quot;top&quot;:141.9,&quot;width&quot;:865.85}"/>
</p:tagLst>
</file>

<file path=ppt/tags/tag9.xml><?xml version="1.0" encoding="utf-8"?>
<p:tagLst xmlns:p="http://schemas.openxmlformats.org/presentationml/2006/main">
  <p:tag name="KSO_WM_DIAGRAM_VIRTUALLY_FRAME" val="{&quot;height&quot;:527.9156692913386,&quot;left&quot;:528,&quot;top&quot;:141.9,&quot;width&quot;:871.7}"/>
</p:tagLst>
</file>

<file path=ppt/tags/tag10.xml><?xml version="1.0" encoding="utf-8"?>
<p:tagLst xmlns:p="http://schemas.openxmlformats.org/presentationml/2006/main">
  <p:tag name="KSO_WM_DIAGRAM_VIRTUALLY_FRAME" val="{&quot;height&quot;:527.9156692913386,&quot;left&quot;:528,&quot;top&quot;:141.9,&quot;width&quot;:871.7}"/>
</p:tagLst>
</file>

<file path=ppt/tags/tag11.xml><?xml version="1.0" encoding="utf-8"?>
<p:tagLst xmlns:p="http://schemas.openxmlformats.org/presentationml/2006/main">
  <p:tag name="KSO_WM_DIAGRAM_VIRTUALLY_FRAME" val="{&quot;height&quot;:527.9156692913386,&quot;left&quot;:528,&quot;top&quot;:141.9,&quot;width&quot;:871.7}"/>
</p:tagLst>
</file>

<file path=ppt/tags/tag12.xml><?xml version="1.0" encoding="utf-8"?>
<p:tagLst xmlns:p="http://schemas.openxmlformats.org/presentationml/2006/main">
  <p:tag name="KSO_WM_DIAGRAM_VIRTUALLY_FRAME" val="{&quot;height&quot;:527.9156692913386,&quot;left&quot;:528,&quot;top&quot;:141.9,&quot;width&quot;:871.7}"/>
</p:tagLst>
</file>

<file path=ppt/tags/tag13.xml><?xml version="1.0" encoding="utf-8"?>
<p:tagLst xmlns:p="http://schemas.openxmlformats.org/presentationml/2006/main">
  <p:tag name="KSO_WM_DIAGRAM_VIRTUALLY_FRAME" val="{&quot;height&quot;:527.9156692913386,&quot;left&quot;:528,&quot;top&quot;:141.9,&quot;width&quot;:871.7}"/>
</p:tagLst>
</file>

<file path=ppt/tags/tag14.xml><?xml version="1.0" encoding="utf-8"?>
<p:tagLst xmlns:p="http://schemas.openxmlformats.org/presentationml/2006/main">
  <p:tag name="KSO_WM_DIAGRAM_VIRTUALLY_FRAME" val="{&quot;height&quot;:811.078031496063,&quot;left&quot;:68.32503937007874,&quot;top&quot;:15,&quot;width&quot;:1325.2749606299212}"/>
</p:tagLst>
</file>

<file path=ppt/tags/tag15.xml><?xml version="1.0" encoding="utf-8"?>
<p:tagLst xmlns:p="http://schemas.openxmlformats.org/presentationml/2006/main">
  <p:tag name="KSO_WM_DIAGRAM_VIRTUALLY_FRAME" val="{&quot;height&quot;:728.1280314960629,&quot;left&quot;:68.32503937007874,&quot;top&quot;:97.95,&quot;width&quot;:1307.6749606299213}"/>
</p:tagLst>
</file>

<file path=ppt/tags/tag16.xml><?xml version="1.0" encoding="utf-8"?>
<p:tagLst xmlns:p="http://schemas.openxmlformats.org/presentationml/2006/main">
  <p:tag name="KSO_WM_DIAGRAM_VIRTUALLY_FRAME" val="{&quot;height&quot;:728.1280314960629,&quot;left&quot;:68.32503937007874,&quot;top&quot;:97.95,&quot;width&quot;:1307.6749606299213}"/>
</p:tagLst>
</file>

<file path=ppt/tags/tag17.xml><?xml version="1.0" encoding="utf-8"?>
<p:tagLst xmlns:p="http://schemas.openxmlformats.org/presentationml/2006/main">
  <p:tag name="KSO_WM_DIAGRAM_VIRTUALLY_FRAME" val="{&quot;height&quot;:811.078031496063,&quot;left&quot;:68.32503937007874,&quot;top&quot;:15,&quot;width&quot;:1325.2749606299212}"/>
</p:tagLst>
</file>

<file path=ppt/tags/tag18.xml><?xml version="1.0" encoding="utf-8"?>
<p:tagLst xmlns:p="http://schemas.openxmlformats.org/presentationml/2006/main">
  <p:tag name="KSO_WM_DIAGRAM_VIRTUALLY_FRAME" val="{&quot;height&quot;:811.078031496063,&quot;left&quot;:68.32503937007874,&quot;top&quot;:15,&quot;width&quot;:1325.2749606299212}"/>
</p:tagLst>
</file>

<file path=ppt/tags/tag19.xml><?xml version="1.0" encoding="utf-8"?>
<p:tagLst xmlns:p="http://schemas.openxmlformats.org/presentationml/2006/main">
  <p:tag name="KSO_WM_DIAGRAM_VIRTUALLY_FRAME" val="{&quot;height&quot;:552.928031496063,&quot;left&quot;:68.32503937007874,&quot;top&quot;:273.15,&quot;width&quot;:1307.6749606299213}"/>
</p:tagLst>
</file>

<file path=ppt/tags/tag20.xml><?xml version="1.0" encoding="utf-8"?>
<p:tagLst xmlns:p="http://schemas.openxmlformats.org/presentationml/2006/main">
  <p:tag name="KSO_WM_DIAGRAM_VIRTUALLY_FRAME" val="{&quot;height&quot;:811.078031496063,&quot;left&quot;:68.32503937007874,&quot;top&quot;:15,&quot;width&quot;:1325.2749606299212}"/>
</p:tagLst>
</file>

<file path=ppt/tags/tag21.xml><?xml version="1.0" encoding="utf-8"?>
<p:tagLst xmlns:p="http://schemas.openxmlformats.org/presentationml/2006/main">
  <p:tag name="KSO_WM_DIAGRAM_VIRTUALLY_FRAME" val="{&quot;height&quot;:811.078031496063,&quot;left&quot;:68.32503937007874,&quot;top&quot;:15,&quot;width&quot;:1325.2749606299212}"/>
</p:tagLst>
</file>

<file path=ppt/tags/tag22.xml><?xml version="1.0" encoding="utf-8"?>
<p:tagLst xmlns:p="http://schemas.openxmlformats.org/presentationml/2006/main">
  <p:tag name="KSO_WM_DIAGRAM_VIRTUALLY_FRAME" val="{&quot;height&quot;:552.928031496063,&quot;left&quot;:68.32503937007874,&quot;top&quot;:273.15,&quot;width&quot;:1307.6749606299213}"/>
</p:tagLst>
</file>

<file path=ppt/tags/tag23.xml><?xml version="1.0" encoding="utf-8"?>
<p:tagLst xmlns:p="http://schemas.openxmlformats.org/presentationml/2006/main">
  <p:tag name="KSO_WM_DIAGRAM_VIRTUALLY_FRAME" val="{&quot;height&quot;:811.078031496063,&quot;left&quot;:68.32503937007874,&quot;top&quot;:15,&quot;width&quot;:1325.2749606299212}"/>
</p:tagLst>
</file>

<file path=ppt/tags/tag24.xml><?xml version="1.0" encoding="utf-8"?>
<p:tagLst xmlns:p="http://schemas.openxmlformats.org/presentationml/2006/main">
  <p:tag name="KSO_WM_DIAGRAM_VIRTUALLY_FRAME" val="{&quot;height&quot;:811.078031496063,&quot;left&quot;:68.32503937007874,&quot;top&quot;:15,&quot;width&quot;:1325.2749606299212}"/>
</p:tagLst>
</file>

<file path=ppt/tags/tag25.xml><?xml version="1.0" encoding="utf-8"?>
<p:tagLst xmlns:p="http://schemas.openxmlformats.org/presentationml/2006/main">
  <p:tag name="KSO_WM_DIAGRAM_VIRTUALLY_FRAME" val="{&quot;height&quot;:552.928031496063,&quot;left&quot;:68.32503937007874,&quot;top&quot;:273.15,&quot;width&quot;:1307.6749606299213}"/>
</p:tagLst>
</file>

<file path=ppt/tags/tag26.xml><?xml version="1.0" encoding="utf-8"?>
<p:tagLst xmlns:p="http://schemas.openxmlformats.org/presentationml/2006/main">
  <p:tag name="KSO_WM_DIAGRAM_VIRTUALLY_FRAME" val="{&quot;height&quot;:728.1280314960629,&quot;left&quot;:68.32503937007874,&quot;top&quot;:97.95,&quot;width&quot;:1307.6749606299213}"/>
</p:tagLst>
</file>

<file path=ppt/tags/tag27.xml><?xml version="1.0" encoding="utf-8"?>
<p:tagLst xmlns:p="http://schemas.openxmlformats.org/presentationml/2006/main">
  <p:tag name="KSO_WM_DIAGRAM_VIRTUALLY_FRAME" val="{&quot;height&quot;:811.078031496063,&quot;left&quot;:68.32503937007874,&quot;top&quot;:15,&quot;width&quot;:1325.2749606299212}"/>
</p:tagLst>
</file>

<file path=ppt/tags/tag28.xml><?xml version="1.0" encoding="utf-8"?>
<p:tagLst xmlns:p="http://schemas.openxmlformats.org/presentationml/2006/main">
  <p:tag name="KSO_WM_DIAGRAM_VIRTUALLY_FRAME" val="{&quot;height&quot;:811.078031496063,&quot;left&quot;:68.32503937007874,&quot;top&quot;:15,&quot;width&quot;:1325.2749606299212}"/>
</p:tagLst>
</file>

<file path=ppt/tags/tag29.xml><?xml version="1.0" encoding="utf-8"?>
<p:tagLst xmlns:p="http://schemas.openxmlformats.org/presentationml/2006/main">
  <p:tag name="KSO_WM_DIAGRAM_VIRTUALLY_FRAME" val="{&quot;height&quot;:552.928031496063,&quot;left&quot;:68.32503937007874,&quot;top&quot;:273.15,&quot;width&quot;:1307.6749606299213}"/>
</p:tagLst>
</file>

<file path=ppt/tags/tag30.xml><?xml version="1.0" encoding="utf-8"?>
<p:tagLst xmlns:p="http://schemas.openxmlformats.org/presentationml/2006/main">
  <p:tag name="KSO_WM_DIAGRAM_VIRTUALLY_FRAME" val="{&quot;height&quot;:811.078031496063,&quot;left&quot;:68.32503937007874,&quot;top&quot;:15,&quot;width&quot;:1325.2749606299212}"/>
</p:tagLst>
</file>

<file path=ppt/tags/tag31.xml><?xml version="1.0" encoding="utf-8"?>
<p:tagLst xmlns:p="http://schemas.openxmlformats.org/presentationml/2006/main">
  <p:tag name="KSO_WM_DIAGRAM_VIRTUALLY_FRAME" val="{&quot;height&quot;:811.078031496063,&quot;left&quot;:68.32503937007874,&quot;top&quot;:15,&quot;width&quot;:1325.2749606299212}"/>
</p:tagLst>
</file>

<file path=ppt/tags/tag32.xml><?xml version="1.0" encoding="utf-8"?>
<p:tagLst xmlns:p="http://schemas.openxmlformats.org/presentationml/2006/main">
  <p:tag name="KSO_WM_DIAGRAM_VIRTUALLY_FRAME" val="{&quot;height&quot;:552.928031496063,&quot;left&quot;:68.32503937007874,&quot;top&quot;:273.15,&quot;width&quot;:1307.6749606299213}"/>
</p:tagLst>
</file>

<file path=ppt/tags/tag33.xml><?xml version="1.0" encoding="utf-8"?>
<p:tagLst xmlns:p="http://schemas.openxmlformats.org/presentationml/2006/main">
  <p:tag name="KSO_WM_DIAGRAM_VIRTUALLY_FRAME" val="{&quot;height&quot;:811.078031496063,&quot;left&quot;:68.32503937007874,&quot;top&quot;:15,&quot;width&quot;:1325.2749606299212}"/>
</p:tagLst>
</file>

<file path=ppt/tags/tag34.xml><?xml version="1.0" encoding="utf-8"?>
<p:tagLst xmlns:p="http://schemas.openxmlformats.org/presentationml/2006/main">
  <p:tag name="KSO_WM_DIAGRAM_VIRTUALLY_FRAME" val="{&quot;height&quot;:811.078031496063,&quot;left&quot;:68.32503937007874,&quot;top&quot;:15,&quot;width&quot;:1325.2749606299212}"/>
</p:tagLst>
</file>

<file path=ppt/tags/tag35.xml><?xml version="1.0" encoding="utf-8"?>
<p:tagLst xmlns:p="http://schemas.openxmlformats.org/presentationml/2006/main">
  <p:tag name="KSO_WM_DIAGRAM_VIRTUALLY_FRAME" val="{&quot;height&quot;:811.078031496063,&quot;left&quot;:68.32503937007874,&quot;top&quot;:15,&quot;width&quot;:1325.2749606299212}"/>
</p:tagLst>
</file>

<file path=ppt/tags/tag36.xml><?xml version="1.0" encoding="utf-8"?>
<p:tagLst xmlns:p="http://schemas.openxmlformats.org/presentationml/2006/main">
  <p:tag name="KSO_WM_DIAGRAM_VIRTUALLY_FRAME" val="{&quot;height&quot;:811.078031496063,&quot;left&quot;:68.32503937007874,&quot;top&quot;:15,&quot;width&quot;:1325.2749606299212}"/>
</p:tagLst>
</file>

<file path=ppt/tags/tag37.xml><?xml version="1.0" encoding="utf-8"?>
<p:tagLst xmlns:p="http://schemas.openxmlformats.org/presentationml/2006/main">
  <p:tag name="KSO_WM_DIAGRAM_VIRTUALLY_FRAME" val="{&quot;height&quot;:811.078031496063,&quot;left&quot;:68.32503937007874,&quot;top&quot;:15,&quot;width&quot;:1325.2749606299212}"/>
</p:tagLst>
</file>

<file path=ppt/tags/tag38.xml><?xml version="1.0" encoding="utf-8"?>
<p:tagLst xmlns:p="http://schemas.openxmlformats.org/presentationml/2006/main">
  <p:tag name="KSO_WM_DIAGRAM_VIRTUALLY_FRAME" val="{&quot;height&quot;:114,&quot;left&quot;:678.8251181102362,&quot;top&quot;:390,&quot;width&quot;:720.3188188976379}"/>
</p:tagLst>
</file>

<file path=ppt/tags/tag39.xml><?xml version="1.0" encoding="utf-8"?>
<p:tagLst xmlns:p="http://schemas.openxmlformats.org/presentationml/2006/main">
  <p:tag name="KSO_WM_DIAGRAM_VIRTUALLY_FRAME" val="{&quot;height&quot;:114,&quot;left&quot;:678.8251181102362,&quot;top&quot;:390,&quot;width&quot;:720.3188188976379}"/>
</p:tagLst>
</file>

<file path=ppt/tags/tag40.xml><?xml version="1.0" encoding="utf-8"?>
<p:tagLst xmlns:p="http://schemas.openxmlformats.org/presentationml/2006/main">
  <p:tag name="KSO_WM_DIAGRAM_VIRTUALLY_FRAME" val="{&quot;height&quot;:114,&quot;left&quot;:678.8251181102362,&quot;top&quot;:390,&quot;width&quot;:720.3188188976379}"/>
</p:tagLst>
</file>

<file path=ppt/tags/tag41.xml><?xml version="1.0" encoding="utf-8"?>
<p:tagLst xmlns:p="http://schemas.openxmlformats.org/presentationml/2006/main">
  <p:tag name="KSO_WM_DIAGRAM_VIRTUALLY_FRAME" val="{&quot;height&quot;:114,&quot;left&quot;:678.8251181102362,&quot;top&quot;:390,&quot;width&quot;:720.3188188976379}"/>
</p:tagLst>
</file>

<file path=ppt/tags/tag42.xml><?xml version="1.0" encoding="utf-8"?>
<p:tagLst xmlns:p="http://schemas.openxmlformats.org/presentationml/2006/main">
  <p:tag name="KSO_WM_DIAGRAM_VIRTUALLY_FRAME" val="{&quot;height&quot;:114,&quot;left&quot;:678.8251181102362,&quot;top&quot;:390,&quot;width&quot;:720.3188188976378}"/>
</p:tagLst>
</file>

<file path=ppt/tags/tag43.xml><?xml version="1.0" encoding="utf-8"?>
<p:tagLst xmlns:p="http://schemas.openxmlformats.org/presentationml/2006/main">
  <p:tag name="KSO_WM_DIAGRAM_VIRTUALLY_FRAME" val="{&quot;height&quot;:114,&quot;left&quot;:678.8251181102362,&quot;top&quot;:390,&quot;width&quot;:720.3188188976379}"/>
</p:tagLst>
</file>

<file path=ppt/tags/tag44.xml><?xml version="1.0" encoding="utf-8"?>
<p:tagLst xmlns:p="http://schemas.openxmlformats.org/presentationml/2006/main">
  <p:tag name="resource_record_key" val="{&quot;10&quot;:[3656468]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1265</Words>
  <Application>WPS 演示</Application>
  <PresentationFormat>自定义</PresentationFormat>
  <Paragraphs>211</Paragraphs>
  <Slides>19</Slides>
  <Notes>21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33" baseType="lpstr">
      <vt:lpstr>Arial</vt:lpstr>
      <vt:lpstr>宋体</vt:lpstr>
      <vt:lpstr>Wingdings</vt:lpstr>
      <vt:lpstr>Arimo</vt:lpstr>
      <vt:lpstr>Arimo Bold</vt:lpstr>
      <vt:lpstr>Noto Sans</vt:lpstr>
      <vt:lpstr>Noto Sans Bold</vt:lpstr>
      <vt:lpstr>Noto Sans SC</vt:lpstr>
      <vt:lpstr>Noto Sans SC</vt:lpstr>
      <vt:lpstr>微软雅黑</vt:lpstr>
      <vt:lpstr>Arial Unicode MS</vt:lpstr>
      <vt:lpstr>Calibri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Mindgraph-Tutor智能体设计答辩.pptx</dc:title>
  <dc:creator/>
  <cp:lastModifiedBy>陈梓萌</cp:lastModifiedBy>
  <cp:revision>41</cp:revision>
  <dcterms:created xsi:type="dcterms:W3CDTF">2006-08-16T00:00:00Z</dcterms:created>
  <dcterms:modified xsi:type="dcterms:W3CDTF">2025-11-08T06:15:45Z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AC7A873A2CEA4BCDAD9A68F31C17E463_13</vt:lpwstr>
  </property>
  <property fmtid="{D5CDD505-2E9C-101B-9397-08002B2CF9AE}" pid="3" name="KSOProductBuildVer">
    <vt:lpwstr>2052-12.1.0.22529</vt:lpwstr>
  </property>
</Properties>
</file>